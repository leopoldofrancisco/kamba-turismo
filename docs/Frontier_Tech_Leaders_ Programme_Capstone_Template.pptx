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8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notesSlides/notesSlide9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1"/>
  </p:notesMasterIdLst>
  <p:sldIdLst>
    <p:sldId id="256" r:id="rId5"/>
    <p:sldId id="278" r:id="rId6"/>
    <p:sldId id="258" r:id="rId7"/>
    <p:sldId id="288" r:id="rId8"/>
    <p:sldId id="270" r:id="rId9"/>
    <p:sldId id="271" r:id="rId10"/>
    <p:sldId id="281" r:id="rId11"/>
    <p:sldId id="272" r:id="rId12"/>
    <p:sldId id="282" r:id="rId13"/>
    <p:sldId id="274" r:id="rId14"/>
    <p:sldId id="286" r:id="rId15"/>
    <p:sldId id="283" r:id="rId16"/>
    <p:sldId id="287" r:id="rId17"/>
    <p:sldId id="284" r:id="rId18"/>
    <p:sldId id="27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Cacombe" userId="461dc0e7-15b8-4d12-8c65-6706fd669b56" providerId="ADAL" clId="{AAF0F511-5D6C-CC4E-AC45-B01B16C18ED7}"/>
    <pc:docChg chg="undo custSel modSld">
      <pc:chgData name="Cristovao Cacombe" userId="461dc0e7-15b8-4d12-8c65-6706fd669b56" providerId="ADAL" clId="{AAF0F511-5D6C-CC4E-AC45-B01B16C18ED7}" dt="2025-06-20T06:57:38.407" v="53" actId="22"/>
      <pc:docMkLst>
        <pc:docMk/>
      </pc:docMkLst>
      <pc:sldChg chg="modSp">
        <pc:chgData name="Cristovao Cacombe" userId="461dc0e7-15b8-4d12-8c65-6706fd669b56" providerId="ADAL" clId="{AAF0F511-5D6C-CC4E-AC45-B01B16C18ED7}" dt="2025-06-20T06:55:59.127" v="18" actId="1076"/>
        <pc:sldMkLst>
          <pc:docMk/>
          <pc:sldMk cId="0" sldId="256"/>
        </pc:sldMkLst>
        <pc:spChg chg="mod">
          <ac:chgData name="Cristovao Cacombe" userId="461dc0e7-15b8-4d12-8c65-6706fd669b56" providerId="ADAL" clId="{AAF0F511-5D6C-CC4E-AC45-B01B16C18ED7}" dt="2025-06-20T06:55:53.092" v="17" actId="1076"/>
          <ac:spMkLst>
            <pc:docMk/>
            <pc:sldMk cId="0" sldId="256"/>
            <ac:spMk id="4" creationId="{119D6634-8C52-56C8-C196-BBFF1A999BF3}"/>
          </ac:spMkLst>
        </pc:spChg>
        <pc:spChg chg="mod">
          <ac:chgData name="Cristovao Cacombe" userId="461dc0e7-15b8-4d12-8c65-6706fd669b56" providerId="ADAL" clId="{AAF0F511-5D6C-CC4E-AC45-B01B16C18ED7}" dt="2025-06-20T06:55:59.127" v="18" actId="1076"/>
          <ac:spMkLst>
            <pc:docMk/>
            <pc:sldMk cId="0" sldId="256"/>
            <ac:spMk id="476" creationId="{00000000-0000-0000-0000-000000000000}"/>
          </ac:spMkLst>
        </pc:spChg>
      </pc:sldChg>
      <pc:sldChg chg="addSp delSp modSp">
        <pc:chgData name="Cristovao Cacombe" userId="461dc0e7-15b8-4d12-8c65-6706fd669b56" providerId="ADAL" clId="{AAF0F511-5D6C-CC4E-AC45-B01B16C18ED7}" dt="2025-06-20T06:57:38.407" v="53" actId="22"/>
        <pc:sldMkLst>
          <pc:docMk/>
          <pc:sldMk cId="0" sldId="258"/>
        </pc:sldMkLst>
        <pc:spChg chg="add del">
          <ac:chgData name="Cristovao Cacombe" userId="461dc0e7-15b8-4d12-8c65-6706fd669b56" providerId="ADAL" clId="{AAF0F511-5D6C-CC4E-AC45-B01B16C18ED7}" dt="2025-06-20T06:57:38.407" v="53" actId="22"/>
          <ac:spMkLst>
            <pc:docMk/>
            <pc:sldMk cId="0" sldId="258"/>
            <ac:spMk id="4" creationId="{1179131E-F870-459B-822B-3BDC169F86B8}"/>
          </ac:spMkLst>
        </pc:spChg>
        <pc:spChg chg="mod">
          <ac:chgData name="Cristovao Cacombe" userId="461dc0e7-15b8-4d12-8c65-6706fd669b56" providerId="ADAL" clId="{AAF0F511-5D6C-CC4E-AC45-B01B16C18ED7}" dt="2025-06-20T06:57:20.210" v="51" actId="22"/>
          <ac:spMkLst>
            <pc:docMk/>
            <pc:sldMk cId="0" sldId="258"/>
            <ac:spMk id="490" creationId="{00000000-0000-0000-0000-000000000000}"/>
          </ac:spMkLst>
        </pc:spChg>
      </pc:sldChg>
      <pc:sldChg chg="modSp">
        <pc:chgData name="Cristovao Cacombe" userId="461dc0e7-15b8-4d12-8c65-6706fd669b56" providerId="ADAL" clId="{AAF0F511-5D6C-CC4E-AC45-B01B16C18ED7}" dt="2025-06-20T06:56:10.609" v="48" actId="20577"/>
        <pc:sldMkLst>
          <pc:docMk/>
          <pc:sldMk cId="1968293515" sldId="278"/>
        </pc:sldMkLst>
        <pc:spChg chg="mod">
          <ac:chgData name="Cristovao Cacombe" userId="461dc0e7-15b8-4d12-8c65-6706fd669b56" providerId="ADAL" clId="{AAF0F511-5D6C-CC4E-AC45-B01B16C18ED7}" dt="2025-06-20T06:56:10.609" v="48" actId="20577"/>
          <ac:spMkLst>
            <pc:docMk/>
            <pc:sldMk cId="1968293515" sldId="278"/>
            <ac:spMk id="476" creationId="{00000000-0000-0000-0000-000000000000}"/>
          </ac:spMkLst>
        </pc:spChg>
      </pc:sldChg>
    </pc:docChg>
  </pc:docChgLst>
  <pc:docChgLst>
    <pc:chgData name="carlosnieto_r@hotmail.com" userId="S::urn:spo:guest#carlosnieto_r@hotmail.com::" providerId="AD" clId="Web-{F53A8B4D-EAD8-2A0D-F33B-B7B36ABB47B1}"/>
    <pc:docChg chg="addSld modSld">
      <pc:chgData name="carlosnieto_r@hotmail.com" userId="S::urn:spo:guest#carlosnieto_r@hotmail.com::" providerId="AD" clId="Web-{F53A8B4D-EAD8-2A0D-F33B-B7B36ABB47B1}" dt="2024-03-18T22:39:05.388" v="289" actId="1076"/>
      <pc:docMkLst>
        <pc:docMk/>
      </pc:docMkLst>
      <pc:sldChg chg="modSp">
        <pc:chgData name="carlosnieto_r@hotmail.com" userId="S::urn:spo:guest#carlosnieto_r@hotmail.com::" providerId="AD" clId="Web-{F53A8B4D-EAD8-2A0D-F33B-B7B36ABB47B1}" dt="2024-03-18T22:39:05.388" v="289" actId="1076"/>
        <pc:sldMkLst>
          <pc:docMk/>
          <pc:sldMk cId="0" sldId="259"/>
        </pc:sldMkLst>
      </pc:sldChg>
      <pc:sldChg chg="modSp">
        <pc:chgData name="carlosnieto_r@hotmail.com" userId="S::urn:spo:guest#carlosnieto_r@hotmail.com::" providerId="AD" clId="Web-{F53A8B4D-EAD8-2A0D-F33B-B7B36ABB47B1}" dt="2024-03-18T19:35:34.110" v="0" actId="14100"/>
        <pc:sldMkLst>
          <pc:docMk/>
          <pc:sldMk cId="2496000186" sldId="278"/>
        </pc:sldMkLst>
      </pc:sldChg>
      <pc:sldChg chg="modSp">
        <pc:chgData name="carlosnieto_r@hotmail.com" userId="S::urn:spo:guest#carlosnieto_r@hotmail.com::" providerId="AD" clId="Web-{F53A8B4D-EAD8-2A0D-F33B-B7B36ABB47B1}" dt="2024-03-18T22:27:42.032" v="279" actId="20577"/>
        <pc:sldMkLst>
          <pc:docMk/>
          <pc:sldMk cId="950368928" sldId="279"/>
        </pc:sldMkLst>
      </pc:sldChg>
      <pc:sldChg chg="addSp delSp modSp add replId">
        <pc:chgData name="carlosnieto_r@hotmail.com" userId="S::urn:spo:guest#carlosnieto_r@hotmail.com::" providerId="AD" clId="Web-{F53A8B4D-EAD8-2A0D-F33B-B7B36ABB47B1}" dt="2024-03-18T19:57:00.631" v="275" actId="1076"/>
        <pc:sldMkLst>
          <pc:docMk/>
          <pc:sldMk cId="120320344" sldId="280"/>
        </pc:sldMkLst>
      </pc:sldChg>
    </pc:docChg>
  </pc:docChgLst>
  <pc:docChgLst>
    <pc:chgData name="carlosnieto_r@hotmail.com" userId="S::urn:spo:guest#carlosnieto_r@hotmail.com::" providerId="AD" clId="Web-{D030A783-4C26-A712-4551-726DE7270034}"/>
    <pc:docChg chg="modSld">
      <pc:chgData name="carlosnieto_r@hotmail.com" userId="S::urn:spo:guest#carlosnieto_r@hotmail.com::" providerId="AD" clId="Web-{D030A783-4C26-A712-4551-726DE7270034}" dt="2024-03-13T01:06:02.255" v="76"/>
      <pc:docMkLst>
        <pc:docMk/>
      </pc:docMkLst>
      <pc:sldChg chg="addSp delSp modSp">
        <pc:chgData name="carlosnieto_r@hotmail.com" userId="S::urn:spo:guest#carlosnieto_r@hotmail.com::" providerId="AD" clId="Web-{D030A783-4C26-A712-4551-726DE7270034}" dt="2024-03-13T01:05:24.941" v="74" actId="1076"/>
        <pc:sldMkLst>
          <pc:docMk/>
          <pc:sldMk cId="3100614976" sldId="273"/>
        </pc:sldMkLst>
      </pc:sldChg>
      <pc:sldChg chg="addSp delSp modSp">
        <pc:chgData name="carlosnieto_r@hotmail.com" userId="S::urn:spo:guest#carlosnieto_r@hotmail.com::" providerId="AD" clId="Web-{D030A783-4C26-A712-4551-726DE7270034}" dt="2024-03-13T01:06:02.255" v="76"/>
        <pc:sldMkLst>
          <pc:docMk/>
          <pc:sldMk cId="2496000186" sldId="278"/>
        </pc:sldMkLst>
      </pc:sldChg>
    </pc:docChg>
  </pc:docChgLst>
  <pc:docChgLst>
    <pc:chgData name="EDA NUR SARUHAN" userId="796a441a-389d-493a-b849-403485121362" providerId="ADAL" clId="{F50D9A46-20DF-48B3-A542-164CA64A4D0A}"/>
    <pc:docChg chg="undo redo custSel addSld delSld modSld sldOrd">
      <pc:chgData name="EDA NUR SARUHAN" userId="796a441a-389d-493a-b849-403485121362" providerId="ADAL" clId="{F50D9A46-20DF-48B3-A542-164CA64A4D0A}" dt="2024-06-24T07:16:17.609" v="221"/>
      <pc:docMkLst>
        <pc:docMk/>
      </pc:docMkLst>
      <pc:sldChg chg="modSp mod">
        <pc:chgData name="EDA NUR SARUHAN" userId="796a441a-389d-493a-b849-403485121362" providerId="ADAL" clId="{F50D9A46-20DF-48B3-A542-164CA64A4D0A}" dt="2024-06-24T07:10:59.195" v="19" actId="27636"/>
        <pc:sldMkLst>
          <pc:docMk/>
          <pc:sldMk cId="0" sldId="258"/>
        </pc:sldMkLst>
      </pc:sldChg>
      <pc:sldChg chg="modSp mod">
        <pc:chgData name="EDA NUR SARUHAN" userId="796a441a-389d-493a-b849-403485121362" providerId="ADAL" clId="{F50D9A46-20DF-48B3-A542-164CA64A4D0A}" dt="2024-06-24T07:11:57.316" v="63"/>
        <pc:sldMkLst>
          <pc:docMk/>
          <pc:sldMk cId="2903211234" sldId="269"/>
        </pc:sldMkLst>
      </pc:sldChg>
      <pc:sldChg chg="modSp mod">
        <pc:chgData name="EDA NUR SARUHAN" userId="796a441a-389d-493a-b849-403485121362" providerId="ADAL" clId="{F50D9A46-20DF-48B3-A542-164CA64A4D0A}" dt="2024-06-24T07:12:19.676" v="69"/>
        <pc:sldMkLst>
          <pc:docMk/>
          <pc:sldMk cId="434732476" sldId="270"/>
        </pc:sldMkLst>
      </pc:sldChg>
      <pc:sldChg chg="modSp mod">
        <pc:chgData name="EDA NUR SARUHAN" userId="796a441a-389d-493a-b849-403485121362" providerId="ADAL" clId="{F50D9A46-20DF-48B3-A542-164CA64A4D0A}" dt="2024-06-24T07:12:37.122" v="77"/>
        <pc:sldMkLst>
          <pc:docMk/>
          <pc:sldMk cId="1729379315" sldId="271"/>
        </pc:sldMkLst>
      </pc:sldChg>
      <pc:sldChg chg="modSp mod">
        <pc:chgData name="EDA NUR SARUHAN" userId="796a441a-389d-493a-b849-403485121362" providerId="ADAL" clId="{F50D9A46-20DF-48B3-A542-164CA64A4D0A}" dt="2024-06-24T07:13:12.036" v="97"/>
        <pc:sldMkLst>
          <pc:docMk/>
          <pc:sldMk cId="664534578" sldId="272"/>
        </pc:sldMkLst>
      </pc:sldChg>
      <pc:sldChg chg="modSp mod">
        <pc:chgData name="EDA NUR SARUHAN" userId="796a441a-389d-493a-b849-403485121362" providerId="ADAL" clId="{F50D9A46-20DF-48B3-A542-164CA64A4D0A}" dt="2024-06-24T07:13:38.002" v="120" actId="5793"/>
        <pc:sldMkLst>
          <pc:docMk/>
          <pc:sldMk cId="3284491021" sldId="273"/>
        </pc:sldMkLst>
      </pc:sldChg>
      <pc:sldChg chg="modSp mod">
        <pc:chgData name="EDA NUR SARUHAN" userId="796a441a-389d-493a-b849-403485121362" providerId="ADAL" clId="{F50D9A46-20DF-48B3-A542-164CA64A4D0A}" dt="2024-06-24T07:14:14.540" v="146" actId="27636"/>
        <pc:sldMkLst>
          <pc:docMk/>
          <pc:sldMk cId="3671019558" sldId="274"/>
        </pc:sldMkLst>
      </pc:sldChg>
      <pc:sldChg chg="modSp mod">
        <pc:chgData name="EDA NUR SARUHAN" userId="796a441a-389d-493a-b849-403485121362" providerId="ADAL" clId="{F50D9A46-20DF-48B3-A542-164CA64A4D0A}" dt="2024-06-24T07:14:37.088" v="154"/>
        <pc:sldMkLst>
          <pc:docMk/>
          <pc:sldMk cId="3774262820" sldId="275"/>
        </pc:sldMkLst>
      </pc:sldChg>
      <pc:sldChg chg="modSp mod">
        <pc:chgData name="EDA NUR SARUHAN" userId="796a441a-389d-493a-b849-403485121362" providerId="ADAL" clId="{F50D9A46-20DF-48B3-A542-164CA64A4D0A}" dt="2024-06-24T07:14:55.259" v="162"/>
        <pc:sldMkLst>
          <pc:docMk/>
          <pc:sldMk cId="1090383087" sldId="276"/>
        </pc:sldMkLst>
      </pc:sldChg>
      <pc:sldChg chg="new del">
        <pc:chgData name="EDA NUR SARUHAN" userId="796a441a-389d-493a-b849-403485121362" providerId="ADAL" clId="{F50D9A46-20DF-48B3-A542-164CA64A4D0A}" dt="2024-06-24T07:11:21.943" v="22" actId="47"/>
        <pc:sldMkLst>
          <pc:docMk/>
          <pc:sldMk cId="347083183" sldId="279"/>
        </pc:sldMkLst>
      </pc:sldChg>
      <pc:sldChg chg="modSp add mod">
        <pc:chgData name="EDA NUR SARUHAN" userId="796a441a-389d-493a-b849-403485121362" providerId="ADAL" clId="{F50D9A46-20DF-48B3-A542-164CA64A4D0A}" dt="2024-06-24T07:11:37.690" v="57" actId="1076"/>
        <pc:sldMkLst>
          <pc:docMk/>
          <pc:sldMk cId="2319431748" sldId="280"/>
        </pc:sldMkLst>
      </pc:sldChg>
      <pc:sldChg chg="modSp add mod ord">
        <pc:chgData name="EDA NUR SARUHAN" userId="796a441a-389d-493a-b849-403485121362" providerId="ADAL" clId="{F50D9A46-20DF-48B3-A542-164CA64A4D0A}" dt="2024-06-24T07:12:54.518" v="91" actId="20577"/>
        <pc:sldMkLst>
          <pc:docMk/>
          <pc:sldMk cId="3209889353" sldId="281"/>
        </pc:sldMkLst>
      </pc:sldChg>
      <pc:sldChg chg="modSp add mod ord">
        <pc:chgData name="EDA NUR SARUHAN" userId="796a441a-389d-493a-b849-403485121362" providerId="ADAL" clId="{F50D9A46-20DF-48B3-A542-164CA64A4D0A}" dt="2024-06-24T07:13:51.976" v="132" actId="20577"/>
        <pc:sldMkLst>
          <pc:docMk/>
          <pc:sldMk cId="4161134741" sldId="282"/>
        </pc:sldMkLst>
      </pc:sldChg>
      <pc:sldChg chg="modSp add mod">
        <pc:chgData name="EDA NUR SARUHAN" userId="796a441a-389d-493a-b849-403485121362" providerId="ADAL" clId="{F50D9A46-20DF-48B3-A542-164CA64A4D0A}" dt="2024-06-24T07:15:43.569" v="199"/>
        <pc:sldMkLst>
          <pc:docMk/>
          <pc:sldMk cId="3824939920" sldId="283"/>
        </pc:sldMkLst>
      </pc:sldChg>
      <pc:sldChg chg="new del ord">
        <pc:chgData name="EDA NUR SARUHAN" userId="796a441a-389d-493a-b849-403485121362" providerId="ADAL" clId="{F50D9A46-20DF-48B3-A542-164CA64A4D0A}" dt="2024-06-24T07:15:05.569" v="166" actId="47"/>
        <pc:sldMkLst>
          <pc:docMk/>
          <pc:sldMk cId="4249559437" sldId="283"/>
        </pc:sldMkLst>
      </pc:sldChg>
      <pc:sldChg chg="modSp add mod">
        <pc:chgData name="EDA NUR SARUHAN" userId="796a441a-389d-493a-b849-403485121362" providerId="ADAL" clId="{F50D9A46-20DF-48B3-A542-164CA64A4D0A}" dt="2024-06-24T07:16:17.609" v="221"/>
        <pc:sldMkLst>
          <pc:docMk/>
          <pc:sldMk cId="2350826882" sldId="284"/>
        </pc:sldMkLst>
      </pc:sldChg>
      <pc:sldChg chg="add del">
        <pc:chgData name="EDA NUR SARUHAN" userId="796a441a-389d-493a-b849-403485121362" providerId="ADAL" clId="{F50D9A46-20DF-48B3-A542-164CA64A4D0A}" dt="2024-06-24T07:16:08.734" v="218" actId="47"/>
        <pc:sldMkLst>
          <pc:docMk/>
          <pc:sldMk cId="211967843" sldId="285"/>
        </pc:sldMkLst>
      </pc:sldChg>
      <pc:sldChg chg="modSp add mod ord">
        <pc:chgData name="EDA NUR SARUHAN" userId="796a441a-389d-493a-b849-403485121362" providerId="ADAL" clId="{F50D9A46-20DF-48B3-A542-164CA64A4D0A}" dt="2024-06-24T07:15:23.796" v="191" actId="20577"/>
        <pc:sldMkLst>
          <pc:docMk/>
          <pc:sldMk cId="1779530041" sldId="286"/>
        </pc:sldMkLst>
      </pc:sldChg>
      <pc:sldChg chg="modSp add mod ord">
        <pc:chgData name="EDA NUR SARUHAN" userId="796a441a-389d-493a-b849-403485121362" providerId="ADAL" clId="{F50D9A46-20DF-48B3-A542-164CA64A4D0A}" dt="2024-06-24T07:15:51.814" v="213" actId="20577"/>
        <pc:sldMkLst>
          <pc:docMk/>
          <pc:sldMk cId="3899215332" sldId="287"/>
        </pc:sldMkLst>
      </pc:sldChg>
    </pc:docChg>
  </pc:docChgLst>
  <pc:docChgLst>
    <pc:chgData name="Ipek Beril Benli" userId="S::ipek.beril.benli@undp.org::8f9c5f4b-b22c-49ff-bdd5-d07e27607437" providerId="AD" clId="Web-{BA4A98C9-4BA9-35B6-87C1-650CB67E20CB}"/>
    <pc:docChg chg="modSld">
      <pc:chgData name="Ipek Beril Benli" userId="S::ipek.beril.benli@undp.org::8f9c5f4b-b22c-49ff-bdd5-d07e27607437" providerId="AD" clId="Web-{BA4A98C9-4BA9-35B6-87C1-650CB67E20CB}" dt="2024-03-12T18:05:21.721" v="18" actId="20577"/>
      <pc:docMkLst>
        <pc:docMk/>
      </pc:docMkLst>
      <pc:sldChg chg="modSp mod modShow">
        <pc:chgData name="Ipek Beril Benli" userId="S::ipek.beril.benli@undp.org::8f9c5f4b-b22c-49ff-bdd5-d07e27607437" providerId="AD" clId="Web-{BA4A98C9-4BA9-35B6-87C1-650CB67E20CB}" dt="2024-03-12T18:04:49.986" v="12" actId="20577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BA4A98C9-4BA9-35B6-87C1-650CB67E20CB}" dt="2024-03-12T18:05:21.721" v="18" actId="20577"/>
        <pc:sldMkLst>
          <pc:docMk/>
          <pc:sldMk cId="3289475291" sldId="277"/>
        </pc:sldMkLst>
      </pc:sldChg>
    </pc:docChg>
  </pc:docChgLst>
  <pc:docChgLst>
    <pc:chgData name="Dina Akylbekova" userId="d0186547-350c-4ee8-9f3b-afe70f175dd5" providerId="ADAL" clId="{6A4180C9-AC8C-492A-A0A8-281411F2C485}"/>
    <pc:docChg chg="custSel modSld">
      <pc:chgData name="Dina Akylbekova" userId="d0186547-350c-4ee8-9f3b-afe70f175dd5" providerId="ADAL" clId="{6A4180C9-AC8C-492A-A0A8-281411F2C485}" dt="2024-03-19T15:31:29.996" v="4" actId="1076"/>
      <pc:docMkLst>
        <pc:docMk/>
      </pc:docMkLst>
      <pc:sldChg chg="modSp mod">
        <pc:chgData name="Dina Akylbekova" userId="d0186547-350c-4ee8-9f3b-afe70f175dd5" providerId="ADAL" clId="{6A4180C9-AC8C-492A-A0A8-281411F2C485}" dt="2024-03-19T15:31:29.996" v="4" actId="1076"/>
        <pc:sldMkLst>
          <pc:docMk/>
          <pc:sldMk cId="0" sldId="266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3407680115" sldId="271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1299165562" sldId="275"/>
        </pc:sldMkLst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2049148930" sldId="276"/>
        </pc:sldMkLst>
      </pc:sldChg>
      <pc:sldChg chg="modSp mod">
        <pc:chgData name="Dina Akylbekova" userId="d0186547-350c-4ee8-9f3b-afe70f175dd5" providerId="ADAL" clId="{6A4180C9-AC8C-492A-A0A8-281411F2C485}" dt="2024-03-19T15:28:47.188" v="0" actId="313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8CEBC8F0-1925-8894-B66D-92D3F8EEBCA2}"/>
    <pc:docChg chg="addSld delSld">
      <pc:chgData name="Ipek Beril Benli" userId="S::ipek.beril.benli@undp.org::8f9c5f4b-b22c-49ff-bdd5-d07e27607437" providerId="AD" clId="Web-{8CEBC8F0-1925-8894-B66D-92D3F8EEBCA2}" dt="2024-03-15T12:29:17.387" v="4"/>
      <pc:docMkLst>
        <pc:docMk/>
      </pc:docMkLst>
      <pc:sldChg chg="del">
        <pc:chgData name="Ipek Beril Benli" userId="S::ipek.beril.benli@undp.org::8f9c5f4b-b22c-49ff-bdd5-d07e27607437" providerId="AD" clId="Web-{8CEBC8F0-1925-8894-B66D-92D3F8EEBCA2}" dt="2024-03-15T12:29:17.372" v="3"/>
        <pc:sldMkLst>
          <pc:docMk/>
          <pc:sldMk cId="0" sldId="264"/>
        </pc:sldMkLst>
      </pc:sldChg>
      <pc:sldChg chg="del">
        <pc:chgData name="Ipek Beril Benli" userId="S::ipek.beril.benli@undp.org::8f9c5f4b-b22c-49ff-bdd5-d07e27607437" providerId="AD" clId="Web-{8CEBC8F0-1925-8894-B66D-92D3F8EEBCA2}" dt="2024-03-15T12:29:17.387" v="4"/>
        <pc:sldMkLst>
          <pc:docMk/>
          <pc:sldMk cId="0" sldId="267"/>
        </pc:sldMkLst>
      </pc:sldChg>
      <pc:sldChg chg="delCm">
        <pc:chgData name="Ipek Beril Benli" userId="S::ipek.beril.benli@undp.org::8f9c5f4b-b22c-49ff-bdd5-d07e27607437" providerId="AD" clId="Web-{8CEBC8F0-1925-8894-B66D-92D3F8EEBCA2}" dt="2024-03-15T12:27:56.634" v="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6.634" v="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Cm">
        <pc:chgData name="Ipek Beril Benli" userId="S::ipek.beril.benli@undp.org::8f9c5f4b-b22c-49ff-bdd5-d07e27607437" providerId="AD" clId="Web-{8CEBC8F0-1925-8894-B66D-92D3F8EEBCA2}" dt="2024-03-15T12:27:51.337" v="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1.337" v="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  <pc:sldChg chg="add">
        <pc:chgData name="Ipek Beril Benli" userId="S::ipek.beril.benli@undp.org::8f9c5f4b-b22c-49ff-bdd5-d07e27607437" providerId="AD" clId="Web-{8CEBC8F0-1925-8894-B66D-92D3F8EEBCA2}" dt="2024-03-15T12:29:03.262" v="2"/>
        <pc:sldMkLst>
          <pc:docMk/>
          <pc:sldMk cId="950368928" sldId="279"/>
        </pc:sldMkLst>
      </pc:sldChg>
    </pc:docChg>
  </pc:docChgLst>
  <pc:docChgLst>
    <pc:chgData name="Ipek Beril Benli" userId="S::ipek.beril.benli@undp.org::8f9c5f4b-b22c-49ff-bdd5-d07e27607437" providerId="AD" clId="Web-{70C7BC07-BB33-76A1-341B-B125B7987719}"/>
    <pc:docChg chg="modSld">
      <pc:chgData name="Ipek Beril Benli" userId="S::ipek.beril.benli@undp.org::8f9c5f4b-b22c-49ff-bdd5-d07e27607437" providerId="AD" clId="Web-{70C7BC07-BB33-76A1-341B-B125B7987719}" dt="2024-03-13T12:29:03.866" v="30" actId="1076"/>
      <pc:docMkLst>
        <pc:docMk/>
      </pc:docMkLst>
      <pc:sldChg chg="addSp delSp modSp">
        <pc:chgData name="Ipek Beril Benli" userId="S::ipek.beril.benli@undp.org::8f9c5f4b-b22c-49ff-bdd5-d07e27607437" providerId="AD" clId="Web-{70C7BC07-BB33-76A1-341B-B125B7987719}" dt="2024-03-13T12:29:03.866" v="30" actId="1076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683A36E5-4E3E-43CE-6D21-84A5124529EF}"/>
    <pc:docChg chg="modSld">
      <pc:chgData name="Ipek Beril Benli" userId="S::ipek.beril.benli@undp.org::8f9c5f4b-b22c-49ff-bdd5-d07e27607437" providerId="AD" clId="Web-{683A36E5-4E3E-43CE-6D21-84A5124529EF}" dt="2024-04-14T15:57:37.904" v="17" actId="1076"/>
      <pc:docMkLst>
        <pc:docMk/>
      </pc:docMkLst>
      <pc:sldChg chg="modSp">
        <pc:chgData name="Ipek Beril Benli" userId="S::ipek.beril.benli@undp.org::8f9c5f4b-b22c-49ff-bdd5-d07e27607437" providerId="AD" clId="Web-{683A36E5-4E3E-43CE-6D21-84A5124529EF}" dt="2024-04-14T15:57:37.904" v="17" actId="1076"/>
        <pc:sldMkLst>
          <pc:docMk/>
          <pc:sldMk cId="120320344" sldId="280"/>
        </pc:sldMkLst>
      </pc:sldChg>
    </pc:docChg>
  </pc:docChgLst>
  <pc:docChgLst>
    <pc:chgData name="Ipek Beril Benli" userId="S::ipek.beril.benli@undp.org::8f9c5f4b-b22c-49ff-bdd5-d07e27607437" providerId="AD" clId="Web-{5968C962-A29A-6388-5E21-A35FFA8A3C35}"/>
    <pc:docChg chg="modSld">
      <pc:chgData name="Ipek Beril Benli" userId="S::ipek.beril.benli@undp.org::8f9c5f4b-b22c-49ff-bdd5-d07e27607437" providerId="AD" clId="Web-{5968C962-A29A-6388-5E21-A35FFA8A3C35}" dt="2024-04-08T06:50:15.233" v="3"/>
      <pc:docMkLst>
        <pc:docMk/>
      </pc:docMkLst>
      <pc:sldChg chg="mod modShow">
        <pc:chgData name="Ipek Beril Benli" userId="S::ipek.beril.benli@undp.org::8f9c5f4b-b22c-49ff-bdd5-d07e27607437" providerId="AD" clId="Web-{5968C962-A29A-6388-5E21-A35FFA8A3C35}" dt="2024-04-08T06:50:15.233" v="3"/>
        <pc:sldMkLst>
          <pc:docMk/>
          <pc:sldMk cId="2049148930" sldId="276"/>
        </pc:sldMkLst>
      </pc:sldChg>
      <pc:sldChg chg="modSp">
        <pc:chgData name="Ipek Beril Benli" userId="S::ipek.beril.benli@undp.org::8f9c5f4b-b22c-49ff-bdd5-d07e27607437" providerId="AD" clId="Web-{5968C962-A29A-6388-5E21-A35FFA8A3C35}" dt="2024-04-08T06:49:43.092" v="2" actId="20577"/>
        <pc:sldMkLst>
          <pc:docMk/>
          <pc:sldMk cId="3289475291" sldId="277"/>
        </pc:sldMkLst>
      </pc:sldChg>
    </pc:docChg>
  </pc:docChgLst>
  <pc:docChgLst>
    <pc:chgData name="Ipek Beril Benli" userId="S::ipek.beril.benli@undp.org::8f9c5f4b-b22c-49ff-bdd5-d07e27607437" providerId="AD" clId="Web-{5101508F-0DAE-05F4-18B8-3033C3A7817F}"/>
    <pc:docChg chg="delSld">
      <pc:chgData name="Ipek Beril Benli" userId="S::ipek.beril.benli@undp.org::8f9c5f4b-b22c-49ff-bdd5-d07e27607437" providerId="AD" clId="Web-{5101508F-0DAE-05F4-18B8-3033C3A7817F}" dt="2024-03-19T09:16:41.707" v="0"/>
      <pc:docMkLst>
        <pc:docMk/>
      </pc:docMkLst>
      <pc:sldChg chg="del">
        <pc:chgData name="Ipek Beril Benli" userId="S::ipek.beril.benli@undp.org::8f9c5f4b-b22c-49ff-bdd5-d07e27607437" providerId="AD" clId="Web-{5101508F-0DAE-05F4-18B8-3033C3A7817F}" dt="2024-03-19T09:16:41.707" v="0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A699159B-CA30-B18E-23CC-B0705FD50A34}"/>
    <pc:docChg chg="addSld delSld modSld sldOrd">
      <pc:chgData name="Ipek Beril Benli" userId="S::ipek.beril.benli@undp.org::8f9c5f4b-b22c-49ff-bdd5-d07e27607437" providerId="AD" clId="Web-{A699159B-CA30-B18E-23CC-B0705FD50A34}" dt="2024-03-05T08:06:25.540" v="56" actId="1076"/>
      <pc:docMkLst>
        <pc:docMk/>
      </pc:docMkLst>
      <pc:sldChg chg="del">
        <pc:chgData name="Ipek Beril Benli" userId="S::ipek.beril.benli@undp.org::8f9c5f4b-b22c-49ff-bdd5-d07e27607437" providerId="AD" clId="Web-{A699159B-CA30-B18E-23CC-B0705FD50A34}" dt="2024-03-05T07:54:59.483" v="14"/>
        <pc:sldMkLst>
          <pc:docMk/>
          <pc:sldMk cId="0" sldId="261"/>
        </pc:sldMkLst>
      </pc:sldChg>
      <pc:sldChg chg="del">
        <pc:chgData name="Ipek Beril Benli" userId="S::ipek.beril.benli@undp.org::8f9c5f4b-b22c-49ff-bdd5-d07e27607437" providerId="AD" clId="Web-{A699159B-CA30-B18E-23CC-B0705FD50A34}" dt="2024-03-05T07:52:51.916" v="0"/>
        <pc:sldMkLst>
          <pc:docMk/>
          <pc:sldMk cId="0" sldId="262"/>
        </pc:sldMkLst>
      </pc:sldChg>
      <pc:sldChg chg="ord">
        <pc:chgData name="Ipek Beril Benli" userId="S::ipek.beril.benli@undp.org::8f9c5f4b-b22c-49ff-bdd5-d07e27607437" providerId="AD" clId="Web-{A699159B-CA30-B18E-23CC-B0705FD50A34}" dt="2024-03-05T08:03:25.642" v="32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A699159B-CA30-B18E-23CC-B0705FD50A34}" dt="2024-03-05T07:55:27.312" v="18" actId="1076"/>
        <pc:sldMkLst>
          <pc:docMk/>
          <pc:sldMk cId="2362704423" sldId="269"/>
        </pc:sldMkLst>
      </pc:sldChg>
      <pc:sldChg chg="modSp">
        <pc:chgData name="Ipek Beril Benli" userId="S::ipek.beril.benli@undp.org::8f9c5f4b-b22c-49ff-bdd5-d07e27607437" providerId="AD" clId="Web-{A699159B-CA30-B18E-23CC-B0705FD50A34}" dt="2024-03-05T08:06:25.540" v="56" actId="1076"/>
        <pc:sldMkLst>
          <pc:docMk/>
          <pc:sldMk cId="3407680115" sldId="271"/>
        </pc:sldMkLst>
      </pc:sldChg>
      <pc:sldChg chg="addCm">
        <pc:chgData name="Ipek Beril Benli" userId="S::ipek.beril.benli@undp.org::8f9c5f4b-b22c-49ff-bdd5-d07e27607437" providerId="AD" clId="Web-{A699159B-CA30-B18E-23CC-B0705FD50A34}" dt="2024-03-05T07:59:24.727" v="3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9:24.727" v="3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Sp modSp">
        <pc:chgData name="Ipek Beril Benli" userId="S::ipek.beril.benli@undp.org::8f9c5f4b-b22c-49ff-bdd5-d07e27607437" providerId="AD" clId="Web-{A699159B-CA30-B18E-23CC-B0705FD50A34}" dt="2024-03-05T07:56:10.048" v="28"/>
        <pc:sldMkLst>
          <pc:docMk/>
          <pc:sldMk cId="2049148930" sldId="276"/>
        </pc:sldMkLst>
      </pc:sldChg>
      <pc:sldChg chg="addSp modSp add del">
        <pc:chgData name="Ipek Beril Benli" userId="S::ipek.beril.benli@undp.org::8f9c5f4b-b22c-49ff-bdd5-d07e27607437" providerId="AD" clId="Web-{A699159B-CA30-B18E-23CC-B0705FD50A34}" dt="2024-03-05T07:54:08.700" v="10"/>
        <pc:sldMkLst>
          <pc:docMk/>
          <pc:sldMk cId="3289475291" sldId="277"/>
        </pc:sldMkLst>
      </pc:sldChg>
      <pc:sldChg chg="addSp modSp add addCm">
        <pc:chgData name="Ipek Beril Benli" userId="S::ipek.beril.benli@undp.org::8f9c5f4b-b22c-49ff-bdd5-d07e27607437" providerId="AD" clId="Web-{A699159B-CA30-B18E-23CC-B0705FD50A34}" dt="2024-03-05T07:58:45.679" v="3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8:45.679" v="3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440DCA-E6BA-4C6F-9594-B191F0898814}" type="doc">
      <dgm:prSet loTypeId="urn:microsoft.com/office/officeart/2005/8/layout/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8BFE72BB-AFD1-4C6E-98DD-40C1DA22B394}">
      <dgm:prSet/>
      <dgm:spPr/>
      <dgm:t>
        <a:bodyPr/>
        <a:lstStyle/>
        <a:p>
          <a:pPr rtl="0"/>
          <a:r>
            <a:rPr lang="pt-BR" b="0" i="0" baseline="0" smtClean="0"/>
            <a:t>Coleta de Dados</a:t>
          </a:r>
          <a:endParaRPr lang="pt-PT" dirty="0"/>
        </a:p>
      </dgm:t>
    </dgm:pt>
    <dgm:pt modelId="{E8341DF4-C373-4738-97E8-A22E8B3DA1A1}" type="parTrans" cxnId="{6B315E7F-6862-4211-BBF9-0CB995E74775}">
      <dgm:prSet/>
      <dgm:spPr/>
      <dgm:t>
        <a:bodyPr/>
        <a:lstStyle/>
        <a:p>
          <a:endParaRPr lang="pt-BR"/>
        </a:p>
      </dgm:t>
    </dgm:pt>
    <dgm:pt modelId="{BB2FF377-3B88-4F56-A1A5-547B1651F6F5}" type="sibTrans" cxnId="{6B315E7F-6862-4211-BBF9-0CB995E74775}">
      <dgm:prSet/>
      <dgm:spPr/>
      <dgm:t>
        <a:bodyPr/>
        <a:lstStyle/>
        <a:p>
          <a:endParaRPr lang="pt-BR"/>
        </a:p>
      </dgm:t>
    </dgm:pt>
    <dgm:pt modelId="{E4DCC85D-40B5-401A-9F89-8543E884CEC7}">
      <dgm:prSet/>
      <dgm:spPr/>
      <dgm:t>
        <a:bodyPr/>
        <a:lstStyle/>
        <a:p>
          <a:pPr rtl="0"/>
          <a:r>
            <a:rPr lang="pt-PT" b="1" dirty="0" smtClean="0"/>
            <a:t>Pré-Processamento</a:t>
          </a:r>
          <a:endParaRPr lang="pt-PT" dirty="0"/>
        </a:p>
      </dgm:t>
    </dgm:pt>
    <dgm:pt modelId="{AA91AD46-4A66-4A8A-AEA4-5DF28A891442}" type="parTrans" cxnId="{932DDAA3-5B24-47B3-B522-B04123B564A0}">
      <dgm:prSet/>
      <dgm:spPr/>
      <dgm:t>
        <a:bodyPr/>
        <a:lstStyle/>
        <a:p>
          <a:endParaRPr lang="pt-BR"/>
        </a:p>
      </dgm:t>
    </dgm:pt>
    <dgm:pt modelId="{35B0204E-F85B-4762-9702-91D9F54F45B5}" type="sibTrans" cxnId="{932DDAA3-5B24-47B3-B522-B04123B564A0}">
      <dgm:prSet/>
      <dgm:spPr/>
      <dgm:t>
        <a:bodyPr/>
        <a:lstStyle/>
        <a:p>
          <a:endParaRPr lang="pt-BR"/>
        </a:p>
      </dgm:t>
    </dgm:pt>
    <dgm:pt modelId="{3B8D546D-2C1F-4A8C-B928-5CA1E28394A0}">
      <dgm:prSet/>
      <dgm:spPr/>
      <dgm:t>
        <a:bodyPr/>
        <a:lstStyle/>
        <a:p>
          <a:pPr rtl="0"/>
          <a:r>
            <a:rPr lang="pt-PT" b="1" dirty="0" smtClean="0"/>
            <a:t>Análise Exploratória (EDA)</a:t>
          </a:r>
          <a:endParaRPr lang="pt-PT" dirty="0"/>
        </a:p>
      </dgm:t>
    </dgm:pt>
    <dgm:pt modelId="{86AEAE8D-EF54-43BF-8BF1-1F2C1397E4F3}" type="parTrans" cxnId="{4A4511FD-DF26-43F1-9AC7-F549086E1207}">
      <dgm:prSet/>
      <dgm:spPr/>
      <dgm:t>
        <a:bodyPr/>
        <a:lstStyle/>
        <a:p>
          <a:endParaRPr lang="pt-BR"/>
        </a:p>
      </dgm:t>
    </dgm:pt>
    <dgm:pt modelId="{6563E6B3-2A8A-4E36-853B-B65568D7FD12}" type="sibTrans" cxnId="{4A4511FD-DF26-43F1-9AC7-F549086E1207}">
      <dgm:prSet/>
      <dgm:spPr/>
      <dgm:t>
        <a:bodyPr/>
        <a:lstStyle/>
        <a:p>
          <a:endParaRPr lang="pt-BR"/>
        </a:p>
      </dgm:t>
    </dgm:pt>
    <dgm:pt modelId="{45322929-82B9-45B5-8E46-78D890D657F3}">
      <dgm:prSet/>
      <dgm:spPr/>
      <dgm:t>
        <a:bodyPr/>
        <a:lstStyle/>
        <a:p>
          <a:r>
            <a:rPr lang="pt-PT" b="1" dirty="0" smtClean="0"/>
            <a:t>Modelo Preditivo</a:t>
          </a:r>
          <a:endParaRPr lang="pt-PT" dirty="0"/>
        </a:p>
      </dgm:t>
    </dgm:pt>
    <dgm:pt modelId="{9BCA1FE8-02A0-46A7-9D24-8822214C7F11}" type="parTrans" cxnId="{8D46DBB0-3C02-4E6D-BE94-B1EB0D5284FA}">
      <dgm:prSet/>
      <dgm:spPr/>
      <dgm:t>
        <a:bodyPr/>
        <a:lstStyle/>
        <a:p>
          <a:endParaRPr lang="pt-BR"/>
        </a:p>
      </dgm:t>
    </dgm:pt>
    <dgm:pt modelId="{8D9659C0-5E9D-4CDA-9266-CBD33864B4E0}" type="sibTrans" cxnId="{8D46DBB0-3C02-4E6D-BE94-B1EB0D5284FA}">
      <dgm:prSet/>
      <dgm:spPr/>
      <dgm:t>
        <a:bodyPr/>
        <a:lstStyle/>
        <a:p>
          <a:endParaRPr lang="pt-BR"/>
        </a:p>
      </dgm:t>
    </dgm:pt>
    <dgm:pt modelId="{3E7ECF5C-0B31-4EE8-BBE0-7D982C96BE92}">
      <dgm:prSet/>
      <dgm:spPr/>
      <dgm:t>
        <a:bodyPr/>
        <a:lstStyle/>
        <a:p>
          <a:r>
            <a:rPr lang="pt-PT" b="1" dirty="0" smtClean="0"/>
            <a:t>Dashboard</a:t>
          </a:r>
          <a:endParaRPr lang="pt-BR" dirty="0"/>
        </a:p>
      </dgm:t>
    </dgm:pt>
    <dgm:pt modelId="{154EF009-48F1-4756-89A5-B0A5107339BB}" type="parTrans" cxnId="{5A136B5B-004B-4F44-9B5F-5D0DB141FCD2}">
      <dgm:prSet/>
      <dgm:spPr/>
      <dgm:t>
        <a:bodyPr/>
        <a:lstStyle/>
        <a:p>
          <a:endParaRPr lang="pt-BR"/>
        </a:p>
      </dgm:t>
    </dgm:pt>
    <dgm:pt modelId="{10214E6E-9016-4845-A142-A302DD2D8A03}" type="sibTrans" cxnId="{5A136B5B-004B-4F44-9B5F-5D0DB141FCD2}">
      <dgm:prSet/>
      <dgm:spPr/>
      <dgm:t>
        <a:bodyPr/>
        <a:lstStyle/>
        <a:p>
          <a:endParaRPr lang="pt-BR"/>
        </a:p>
      </dgm:t>
    </dgm:pt>
    <dgm:pt modelId="{C96F523E-C6C6-4ABF-9534-9F5F0461B046}">
      <dgm:prSet/>
      <dgm:spPr/>
      <dgm:t>
        <a:bodyPr/>
        <a:lstStyle/>
        <a:p>
          <a:r>
            <a:rPr lang="pt-PT" dirty="0" smtClean="0"/>
            <a:t>Exibição dos resultados para apoio à decisão</a:t>
          </a:r>
          <a:endParaRPr lang="pt-BR" dirty="0"/>
        </a:p>
      </dgm:t>
    </dgm:pt>
    <dgm:pt modelId="{CFDC95B7-1476-48C1-916B-5B4EBC7E7265}" type="sibTrans" cxnId="{EC5732DC-B697-4600-AC30-0FEB641C3172}">
      <dgm:prSet/>
      <dgm:spPr/>
      <dgm:t>
        <a:bodyPr/>
        <a:lstStyle/>
        <a:p>
          <a:endParaRPr lang="pt-BR"/>
        </a:p>
      </dgm:t>
    </dgm:pt>
    <dgm:pt modelId="{81CF0774-2557-41FB-B3F8-28FED66C97D1}" type="parTrans" cxnId="{EC5732DC-B697-4600-AC30-0FEB641C3172}">
      <dgm:prSet/>
      <dgm:spPr/>
      <dgm:t>
        <a:bodyPr/>
        <a:lstStyle/>
        <a:p>
          <a:endParaRPr lang="pt-BR"/>
        </a:p>
      </dgm:t>
    </dgm:pt>
    <dgm:pt modelId="{21F1E58B-7E49-4A9F-A458-AD1D0556BD7C}">
      <dgm:prSet/>
      <dgm:spPr/>
      <dgm:t>
        <a:bodyPr/>
        <a:lstStyle/>
        <a:p>
          <a:r>
            <a:rPr lang="pt-PT" dirty="0" smtClean="0"/>
            <a:t>Treinamento e validação dos algoritmos de Machine Learning</a:t>
          </a:r>
          <a:endParaRPr lang="pt-BR" dirty="0"/>
        </a:p>
      </dgm:t>
    </dgm:pt>
    <dgm:pt modelId="{EDA061B5-8AB6-4F83-9374-55E00EDE52D8}" type="sibTrans" cxnId="{AA40D1FB-4C6D-474A-BA19-D2023CF264CE}">
      <dgm:prSet/>
      <dgm:spPr/>
      <dgm:t>
        <a:bodyPr/>
        <a:lstStyle/>
        <a:p>
          <a:endParaRPr lang="pt-BR"/>
        </a:p>
      </dgm:t>
    </dgm:pt>
    <dgm:pt modelId="{A9CA7E10-AD8D-4EE9-A635-2995EE84383D}" type="parTrans" cxnId="{AA40D1FB-4C6D-474A-BA19-D2023CF264CE}">
      <dgm:prSet/>
      <dgm:spPr/>
      <dgm:t>
        <a:bodyPr/>
        <a:lstStyle/>
        <a:p>
          <a:endParaRPr lang="pt-BR"/>
        </a:p>
      </dgm:t>
    </dgm:pt>
    <dgm:pt modelId="{790F3618-B678-4226-A54D-835B30A5F06A}">
      <dgm:prSet/>
      <dgm:spPr/>
      <dgm:t>
        <a:bodyPr/>
        <a:lstStyle/>
        <a:p>
          <a:r>
            <a:rPr lang="pt-PT" smtClean="0"/>
            <a:t>Visualização de padrões e correlações</a:t>
          </a:r>
          <a:endParaRPr lang="pt-BR"/>
        </a:p>
      </dgm:t>
    </dgm:pt>
    <dgm:pt modelId="{CF412DF5-469F-4650-AB58-0C84C97F21D1}" type="sibTrans" cxnId="{A7C69380-1C73-4A01-A577-81FA3B439B9F}">
      <dgm:prSet/>
      <dgm:spPr/>
      <dgm:t>
        <a:bodyPr/>
        <a:lstStyle/>
        <a:p>
          <a:endParaRPr lang="pt-BR"/>
        </a:p>
      </dgm:t>
    </dgm:pt>
    <dgm:pt modelId="{96D3067C-D765-4776-929C-3E8738F735CB}" type="parTrans" cxnId="{A7C69380-1C73-4A01-A577-81FA3B439B9F}">
      <dgm:prSet/>
      <dgm:spPr/>
      <dgm:t>
        <a:bodyPr/>
        <a:lstStyle/>
        <a:p>
          <a:endParaRPr lang="pt-BR"/>
        </a:p>
      </dgm:t>
    </dgm:pt>
    <dgm:pt modelId="{AEBD90DA-D760-4DD8-A9DD-859CC8F755AC}">
      <dgm:prSet/>
      <dgm:spPr/>
      <dgm:t>
        <a:bodyPr/>
        <a:lstStyle/>
        <a:p>
          <a:r>
            <a:rPr lang="pt-PT" dirty="0" smtClean="0"/>
            <a:t>Limpeza, normalização e transformação dos dados</a:t>
          </a:r>
          <a:endParaRPr lang="pt-BR" dirty="0"/>
        </a:p>
      </dgm:t>
    </dgm:pt>
    <dgm:pt modelId="{D327AD78-C38F-445E-8FB4-CF0FDC36FE30}" type="sibTrans" cxnId="{20DA92ED-79E1-4951-B076-D2FA66468530}">
      <dgm:prSet/>
      <dgm:spPr/>
      <dgm:t>
        <a:bodyPr/>
        <a:lstStyle/>
        <a:p>
          <a:endParaRPr lang="pt-BR"/>
        </a:p>
      </dgm:t>
    </dgm:pt>
    <dgm:pt modelId="{DE524EA7-9FE7-47BF-B11C-BE505C7C6F73}" type="parTrans" cxnId="{20DA92ED-79E1-4951-B076-D2FA66468530}">
      <dgm:prSet/>
      <dgm:spPr/>
      <dgm:t>
        <a:bodyPr/>
        <a:lstStyle/>
        <a:p>
          <a:endParaRPr lang="pt-BR"/>
        </a:p>
      </dgm:t>
    </dgm:pt>
    <dgm:pt modelId="{D910F810-7255-45CC-B8A7-26FAD706E4DC}">
      <dgm:prSet/>
      <dgm:spPr/>
      <dgm:t>
        <a:bodyPr/>
        <a:lstStyle/>
        <a:p>
          <a:r>
            <a:rPr lang="pt-PT" dirty="0" smtClean="0"/>
            <a:t>Extração de ficheiros CSV do INE e outras fontes governamentais.</a:t>
          </a:r>
          <a:endParaRPr lang="pt-BR" dirty="0"/>
        </a:p>
      </dgm:t>
    </dgm:pt>
    <dgm:pt modelId="{947B3019-AC38-4116-9636-819F9221DE60}" type="sibTrans" cxnId="{6B8DECA4-24A5-4182-8AC5-E3C7D7405FB6}">
      <dgm:prSet/>
      <dgm:spPr/>
      <dgm:t>
        <a:bodyPr/>
        <a:lstStyle/>
        <a:p>
          <a:endParaRPr lang="pt-BR"/>
        </a:p>
      </dgm:t>
    </dgm:pt>
    <dgm:pt modelId="{7BF1D440-BA32-4820-AD6D-615804874045}" type="parTrans" cxnId="{6B8DECA4-24A5-4182-8AC5-E3C7D7405FB6}">
      <dgm:prSet/>
      <dgm:spPr/>
      <dgm:t>
        <a:bodyPr/>
        <a:lstStyle/>
        <a:p>
          <a:endParaRPr lang="pt-BR"/>
        </a:p>
      </dgm:t>
    </dgm:pt>
    <dgm:pt modelId="{1F1BA4D6-AE34-4915-AB0D-89E4FD684E14}" type="pres">
      <dgm:prSet presAssocID="{D4440DCA-E6BA-4C6F-9594-B191F0898814}" presName="linearFlow" presStyleCnt="0">
        <dgm:presLayoutVars>
          <dgm:dir/>
          <dgm:animLvl val="lvl"/>
          <dgm:resizeHandles val="exact"/>
        </dgm:presLayoutVars>
      </dgm:prSet>
      <dgm:spPr/>
    </dgm:pt>
    <dgm:pt modelId="{2FC02A6F-870E-4AE9-9A56-7B73B763E9A3}" type="pres">
      <dgm:prSet presAssocID="{8BFE72BB-AFD1-4C6E-98DD-40C1DA22B394}" presName="composite" presStyleCnt="0"/>
      <dgm:spPr/>
    </dgm:pt>
    <dgm:pt modelId="{E704B844-7C90-40AD-AE3C-34DADB719882}" type="pres">
      <dgm:prSet presAssocID="{8BFE72BB-AFD1-4C6E-98DD-40C1DA22B394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E2435FA5-D166-4760-AF9B-27DB9019037E}" type="pres">
      <dgm:prSet presAssocID="{8BFE72BB-AFD1-4C6E-98DD-40C1DA22B394}" presName="parSh" presStyleLbl="node1" presStyleIdx="0" presStyleCnt="5"/>
      <dgm:spPr/>
    </dgm:pt>
    <dgm:pt modelId="{09C61F3C-07B0-4C49-AB0B-EB8D74C69A36}" type="pres">
      <dgm:prSet presAssocID="{8BFE72BB-AFD1-4C6E-98DD-40C1DA22B394}" presName="desTx" presStyleLbl="fgAcc1" presStyleIdx="0" presStyleCnt="5">
        <dgm:presLayoutVars>
          <dgm:bulletEnabled val="1"/>
        </dgm:presLayoutVars>
      </dgm:prSet>
      <dgm:spPr/>
    </dgm:pt>
    <dgm:pt modelId="{ABB1640F-D988-476D-91CC-7F323B903EEF}" type="pres">
      <dgm:prSet presAssocID="{BB2FF377-3B88-4F56-A1A5-547B1651F6F5}" presName="sibTrans" presStyleLbl="sibTrans2D1" presStyleIdx="0" presStyleCnt="4"/>
      <dgm:spPr/>
    </dgm:pt>
    <dgm:pt modelId="{B5E4455A-E566-45E4-8FCF-1499001EA4A0}" type="pres">
      <dgm:prSet presAssocID="{BB2FF377-3B88-4F56-A1A5-547B1651F6F5}" presName="connTx" presStyleLbl="sibTrans2D1" presStyleIdx="0" presStyleCnt="4"/>
      <dgm:spPr/>
    </dgm:pt>
    <dgm:pt modelId="{DE58C94F-4237-4155-BE72-FA88956F7AC5}" type="pres">
      <dgm:prSet presAssocID="{E4DCC85D-40B5-401A-9F89-8543E884CEC7}" presName="composite" presStyleCnt="0"/>
      <dgm:spPr/>
    </dgm:pt>
    <dgm:pt modelId="{F4945C4D-18CB-4E0B-9EFF-212A4864D6E1}" type="pres">
      <dgm:prSet presAssocID="{E4DCC85D-40B5-401A-9F89-8543E884CEC7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12181E88-9BE2-4E8B-A3E6-633CBB54B565}" type="pres">
      <dgm:prSet presAssocID="{E4DCC85D-40B5-401A-9F89-8543E884CEC7}" presName="parSh" presStyleLbl="node1" presStyleIdx="1" presStyleCnt="5"/>
      <dgm:spPr/>
    </dgm:pt>
    <dgm:pt modelId="{58E34130-EF0C-457F-AA8F-112A45FAA9D8}" type="pres">
      <dgm:prSet presAssocID="{E4DCC85D-40B5-401A-9F89-8543E884CEC7}" presName="desTx" presStyleLbl="fgAcc1" presStyleIdx="1" presStyleCnt="5">
        <dgm:presLayoutVars>
          <dgm:bulletEnabled val="1"/>
        </dgm:presLayoutVars>
      </dgm:prSet>
      <dgm:spPr/>
    </dgm:pt>
    <dgm:pt modelId="{6AA59EDA-2DEE-4F8E-B438-5AB9E4693D43}" type="pres">
      <dgm:prSet presAssocID="{35B0204E-F85B-4762-9702-91D9F54F45B5}" presName="sibTrans" presStyleLbl="sibTrans2D1" presStyleIdx="1" presStyleCnt="4"/>
      <dgm:spPr/>
    </dgm:pt>
    <dgm:pt modelId="{D5E9E8E8-5CB6-446E-AA62-8024EF576F9A}" type="pres">
      <dgm:prSet presAssocID="{35B0204E-F85B-4762-9702-91D9F54F45B5}" presName="connTx" presStyleLbl="sibTrans2D1" presStyleIdx="1" presStyleCnt="4"/>
      <dgm:spPr/>
    </dgm:pt>
    <dgm:pt modelId="{C61E481F-0567-4B23-9065-F8DBFCCF4EBC}" type="pres">
      <dgm:prSet presAssocID="{3B8D546D-2C1F-4A8C-B928-5CA1E28394A0}" presName="composite" presStyleCnt="0"/>
      <dgm:spPr/>
    </dgm:pt>
    <dgm:pt modelId="{2604809B-1809-42B5-AB5D-CE2454F221C7}" type="pres">
      <dgm:prSet presAssocID="{3B8D546D-2C1F-4A8C-B928-5CA1E28394A0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6E6D809-2E3C-47C9-BB2B-968A2AE078BF}" type="pres">
      <dgm:prSet presAssocID="{3B8D546D-2C1F-4A8C-B928-5CA1E28394A0}" presName="parSh" presStyleLbl="node1" presStyleIdx="2" presStyleCnt="5"/>
      <dgm:spPr/>
    </dgm:pt>
    <dgm:pt modelId="{9159C2DE-FFBC-4E6D-8E72-9DAC9E688564}" type="pres">
      <dgm:prSet presAssocID="{3B8D546D-2C1F-4A8C-B928-5CA1E28394A0}" presName="desTx" presStyleLbl="fgAcc1" presStyleIdx="2" presStyleCnt="5">
        <dgm:presLayoutVars>
          <dgm:bulletEnabled val="1"/>
        </dgm:presLayoutVars>
      </dgm:prSet>
      <dgm:spPr/>
    </dgm:pt>
    <dgm:pt modelId="{FFEEEDFC-9CED-4A93-9245-08C517FC4E35}" type="pres">
      <dgm:prSet presAssocID="{6563E6B3-2A8A-4E36-853B-B65568D7FD12}" presName="sibTrans" presStyleLbl="sibTrans2D1" presStyleIdx="2" presStyleCnt="4"/>
      <dgm:spPr/>
    </dgm:pt>
    <dgm:pt modelId="{93C7B789-DF6E-4991-831E-69183C1DD81D}" type="pres">
      <dgm:prSet presAssocID="{6563E6B3-2A8A-4E36-853B-B65568D7FD12}" presName="connTx" presStyleLbl="sibTrans2D1" presStyleIdx="2" presStyleCnt="4"/>
      <dgm:spPr/>
    </dgm:pt>
    <dgm:pt modelId="{FED25B90-BF58-48C9-9B4C-C283DD21439C}" type="pres">
      <dgm:prSet presAssocID="{45322929-82B9-45B5-8E46-78D890D657F3}" presName="composite" presStyleCnt="0"/>
      <dgm:spPr/>
    </dgm:pt>
    <dgm:pt modelId="{F486CBA7-6838-431F-B75F-3AC6D838FDC9}" type="pres">
      <dgm:prSet presAssocID="{45322929-82B9-45B5-8E46-78D890D657F3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6796F53B-C12A-4ED1-8808-ED7F8F35989E}" type="pres">
      <dgm:prSet presAssocID="{45322929-82B9-45B5-8E46-78D890D657F3}" presName="parSh" presStyleLbl="node1" presStyleIdx="3" presStyleCnt="5"/>
      <dgm:spPr/>
    </dgm:pt>
    <dgm:pt modelId="{B6D2401A-2BF9-42F3-8013-8A65B1536B95}" type="pres">
      <dgm:prSet presAssocID="{45322929-82B9-45B5-8E46-78D890D657F3}" presName="desTx" presStyleLbl="fgAcc1" presStyleIdx="3" presStyleCnt="5">
        <dgm:presLayoutVars>
          <dgm:bulletEnabled val="1"/>
        </dgm:presLayoutVars>
      </dgm:prSet>
      <dgm:spPr/>
    </dgm:pt>
    <dgm:pt modelId="{F012D1E3-5921-439A-88D5-3D5D8D725B4B}" type="pres">
      <dgm:prSet presAssocID="{8D9659C0-5E9D-4CDA-9266-CBD33864B4E0}" presName="sibTrans" presStyleLbl="sibTrans2D1" presStyleIdx="3" presStyleCnt="4"/>
      <dgm:spPr/>
    </dgm:pt>
    <dgm:pt modelId="{AA515229-6D00-4410-841A-081DC707132D}" type="pres">
      <dgm:prSet presAssocID="{8D9659C0-5E9D-4CDA-9266-CBD33864B4E0}" presName="connTx" presStyleLbl="sibTrans2D1" presStyleIdx="3" presStyleCnt="4"/>
      <dgm:spPr/>
    </dgm:pt>
    <dgm:pt modelId="{B0893933-0058-4809-BFBB-1FA24DBA2DDA}" type="pres">
      <dgm:prSet presAssocID="{3E7ECF5C-0B31-4EE8-BBE0-7D982C96BE92}" presName="composite" presStyleCnt="0"/>
      <dgm:spPr/>
    </dgm:pt>
    <dgm:pt modelId="{FFDC49FD-7681-4669-945D-4E9EEF730897}" type="pres">
      <dgm:prSet presAssocID="{3E7ECF5C-0B31-4EE8-BBE0-7D982C96BE92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7D136DF-C11D-4F17-9DBD-D9B4000F3D44}" type="pres">
      <dgm:prSet presAssocID="{3E7ECF5C-0B31-4EE8-BBE0-7D982C96BE92}" presName="parSh" presStyleLbl="node1" presStyleIdx="4" presStyleCnt="5"/>
      <dgm:spPr/>
    </dgm:pt>
    <dgm:pt modelId="{F034CF9A-F972-44B0-A33D-F56672434067}" type="pres">
      <dgm:prSet presAssocID="{3E7ECF5C-0B31-4EE8-BBE0-7D982C96BE92}" presName="desTx" presStyleLbl="fgAcc1" presStyleIdx="4" presStyleCnt="5">
        <dgm:presLayoutVars>
          <dgm:bulletEnabled val="1"/>
        </dgm:presLayoutVars>
      </dgm:prSet>
      <dgm:spPr/>
    </dgm:pt>
  </dgm:ptLst>
  <dgm:cxnLst>
    <dgm:cxn modelId="{9FAD035D-8485-4203-A921-39BA5E47A77B}" type="presOf" srcId="{8BFE72BB-AFD1-4C6E-98DD-40C1DA22B394}" destId="{E704B844-7C90-40AD-AE3C-34DADB719882}" srcOrd="0" destOrd="0" presId="urn:microsoft.com/office/officeart/2005/8/layout/process3"/>
    <dgm:cxn modelId="{4D9CA818-321F-4957-85A5-9219A2136A4E}" type="presOf" srcId="{8D9659C0-5E9D-4CDA-9266-CBD33864B4E0}" destId="{F012D1E3-5921-439A-88D5-3D5D8D725B4B}" srcOrd="0" destOrd="0" presId="urn:microsoft.com/office/officeart/2005/8/layout/process3"/>
    <dgm:cxn modelId="{45485B7C-CC6F-4E2D-BD98-1C536CECDDB0}" type="presOf" srcId="{D4440DCA-E6BA-4C6F-9594-B191F0898814}" destId="{1F1BA4D6-AE34-4915-AB0D-89E4FD684E14}" srcOrd="0" destOrd="0" presId="urn:microsoft.com/office/officeart/2005/8/layout/process3"/>
    <dgm:cxn modelId="{6B8DECA4-24A5-4182-8AC5-E3C7D7405FB6}" srcId="{8BFE72BB-AFD1-4C6E-98DD-40C1DA22B394}" destId="{D910F810-7255-45CC-B8A7-26FAD706E4DC}" srcOrd="0" destOrd="0" parTransId="{7BF1D440-BA32-4820-AD6D-615804874045}" sibTransId="{947B3019-AC38-4116-9636-819F9221DE60}"/>
    <dgm:cxn modelId="{EC5732DC-B697-4600-AC30-0FEB641C3172}" srcId="{3E7ECF5C-0B31-4EE8-BBE0-7D982C96BE92}" destId="{C96F523E-C6C6-4ABF-9534-9F5F0461B046}" srcOrd="0" destOrd="0" parTransId="{81CF0774-2557-41FB-B3F8-28FED66C97D1}" sibTransId="{CFDC95B7-1476-48C1-916B-5B4EBC7E7265}"/>
    <dgm:cxn modelId="{0F4FC8FF-8568-479A-99EE-6092F58E8805}" type="presOf" srcId="{C96F523E-C6C6-4ABF-9534-9F5F0461B046}" destId="{F034CF9A-F972-44B0-A33D-F56672434067}" srcOrd="0" destOrd="0" presId="urn:microsoft.com/office/officeart/2005/8/layout/process3"/>
    <dgm:cxn modelId="{6B315E7F-6862-4211-BBF9-0CB995E74775}" srcId="{D4440DCA-E6BA-4C6F-9594-B191F0898814}" destId="{8BFE72BB-AFD1-4C6E-98DD-40C1DA22B394}" srcOrd="0" destOrd="0" parTransId="{E8341DF4-C373-4738-97E8-A22E8B3DA1A1}" sibTransId="{BB2FF377-3B88-4F56-A1A5-547B1651F6F5}"/>
    <dgm:cxn modelId="{116151E8-36C7-4AE6-BD61-E0790A5719AA}" type="presOf" srcId="{21F1E58B-7E49-4A9F-A458-AD1D0556BD7C}" destId="{B6D2401A-2BF9-42F3-8013-8A65B1536B95}" srcOrd="0" destOrd="0" presId="urn:microsoft.com/office/officeart/2005/8/layout/process3"/>
    <dgm:cxn modelId="{B7A2A197-3728-4385-8F23-9D2EE4C6C07F}" type="presOf" srcId="{8BFE72BB-AFD1-4C6E-98DD-40C1DA22B394}" destId="{E2435FA5-D166-4760-AF9B-27DB9019037E}" srcOrd="1" destOrd="0" presId="urn:microsoft.com/office/officeart/2005/8/layout/process3"/>
    <dgm:cxn modelId="{F2D00DC5-1A7A-4A41-B4A9-80140B91AD5F}" type="presOf" srcId="{790F3618-B678-4226-A54D-835B30A5F06A}" destId="{9159C2DE-FFBC-4E6D-8E72-9DAC9E688564}" srcOrd="0" destOrd="0" presId="urn:microsoft.com/office/officeart/2005/8/layout/process3"/>
    <dgm:cxn modelId="{D3914781-AA56-4F90-B732-7120EB0B8DF7}" type="presOf" srcId="{6563E6B3-2A8A-4E36-853B-B65568D7FD12}" destId="{93C7B789-DF6E-4991-831E-69183C1DD81D}" srcOrd="1" destOrd="0" presId="urn:microsoft.com/office/officeart/2005/8/layout/process3"/>
    <dgm:cxn modelId="{E24E0435-04DD-4EA9-82D1-DE100BABEDF3}" type="presOf" srcId="{8D9659C0-5E9D-4CDA-9266-CBD33864B4E0}" destId="{AA515229-6D00-4410-841A-081DC707132D}" srcOrd="1" destOrd="0" presId="urn:microsoft.com/office/officeart/2005/8/layout/process3"/>
    <dgm:cxn modelId="{101E05D8-A68E-4886-B669-2CF8C5A3AC67}" type="presOf" srcId="{BB2FF377-3B88-4F56-A1A5-547B1651F6F5}" destId="{ABB1640F-D988-476D-91CC-7F323B903EEF}" srcOrd="0" destOrd="0" presId="urn:microsoft.com/office/officeart/2005/8/layout/process3"/>
    <dgm:cxn modelId="{876A4B26-5752-4D06-8745-FF74B24CB3C0}" type="presOf" srcId="{E4DCC85D-40B5-401A-9F89-8543E884CEC7}" destId="{12181E88-9BE2-4E8B-A3E6-633CBB54B565}" srcOrd="1" destOrd="0" presId="urn:microsoft.com/office/officeart/2005/8/layout/process3"/>
    <dgm:cxn modelId="{246C1744-75AE-4480-B97A-741AA6301E9D}" type="presOf" srcId="{45322929-82B9-45B5-8E46-78D890D657F3}" destId="{F486CBA7-6838-431F-B75F-3AC6D838FDC9}" srcOrd="0" destOrd="0" presId="urn:microsoft.com/office/officeart/2005/8/layout/process3"/>
    <dgm:cxn modelId="{8D46DBB0-3C02-4E6D-BE94-B1EB0D5284FA}" srcId="{D4440DCA-E6BA-4C6F-9594-B191F0898814}" destId="{45322929-82B9-45B5-8E46-78D890D657F3}" srcOrd="3" destOrd="0" parTransId="{9BCA1FE8-02A0-46A7-9D24-8822214C7F11}" sibTransId="{8D9659C0-5E9D-4CDA-9266-CBD33864B4E0}"/>
    <dgm:cxn modelId="{637AA900-76A7-419B-8B00-AC1258D229FA}" type="presOf" srcId="{3B8D546D-2C1F-4A8C-B928-5CA1E28394A0}" destId="{2604809B-1809-42B5-AB5D-CE2454F221C7}" srcOrd="0" destOrd="0" presId="urn:microsoft.com/office/officeart/2005/8/layout/process3"/>
    <dgm:cxn modelId="{20DA92ED-79E1-4951-B076-D2FA66468530}" srcId="{E4DCC85D-40B5-401A-9F89-8543E884CEC7}" destId="{AEBD90DA-D760-4DD8-A9DD-859CC8F755AC}" srcOrd="0" destOrd="0" parTransId="{DE524EA7-9FE7-47BF-B11C-BE505C7C6F73}" sibTransId="{D327AD78-C38F-445E-8FB4-CF0FDC36FE30}"/>
    <dgm:cxn modelId="{C8BE9FFA-96F7-463C-9525-18EE9EB30048}" type="presOf" srcId="{35B0204E-F85B-4762-9702-91D9F54F45B5}" destId="{6AA59EDA-2DEE-4F8E-B438-5AB9E4693D43}" srcOrd="0" destOrd="0" presId="urn:microsoft.com/office/officeart/2005/8/layout/process3"/>
    <dgm:cxn modelId="{B9DD4F2D-EB6C-4F51-A533-CBA90D509E1A}" type="presOf" srcId="{3B8D546D-2C1F-4A8C-B928-5CA1E28394A0}" destId="{C6E6D809-2E3C-47C9-BB2B-968A2AE078BF}" srcOrd="1" destOrd="0" presId="urn:microsoft.com/office/officeart/2005/8/layout/process3"/>
    <dgm:cxn modelId="{FC6F1338-47F3-4798-9F4B-FC97E1A82C27}" type="presOf" srcId="{45322929-82B9-45B5-8E46-78D890D657F3}" destId="{6796F53B-C12A-4ED1-8808-ED7F8F35989E}" srcOrd="1" destOrd="0" presId="urn:microsoft.com/office/officeart/2005/8/layout/process3"/>
    <dgm:cxn modelId="{AA40D1FB-4C6D-474A-BA19-D2023CF264CE}" srcId="{45322929-82B9-45B5-8E46-78D890D657F3}" destId="{21F1E58B-7E49-4A9F-A458-AD1D0556BD7C}" srcOrd="0" destOrd="0" parTransId="{A9CA7E10-AD8D-4EE9-A635-2995EE84383D}" sibTransId="{EDA061B5-8AB6-4F83-9374-55E00EDE52D8}"/>
    <dgm:cxn modelId="{5A136B5B-004B-4F44-9B5F-5D0DB141FCD2}" srcId="{D4440DCA-E6BA-4C6F-9594-B191F0898814}" destId="{3E7ECF5C-0B31-4EE8-BBE0-7D982C96BE92}" srcOrd="4" destOrd="0" parTransId="{154EF009-48F1-4756-89A5-B0A5107339BB}" sibTransId="{10214E6E-9016-4845-A142-A302DD2D8A03}"/>
    <dgm:cxn modelId="{932DDAA3-5B24-47B3-B522-B04123B564A0}" srcId="{D4440DCA-E6BA-4C6F-9594-B191F0898814}" destId="{E4DCC85D-40B5-401A-9F89-8543E884CEC7}" srcOrd="1" destOrd="0" parTransId="{AA91AD46-4A66-4A8A-AEA4-5DF28A891442}" sibTransId="{35B0204E-F85B-4762-9702-91D9F54F45B5}"/>
    <dgm:cxn modelId="{40712490-862E-44D4-8129-12DDBE205B5B}" type="presOf" srcId="{AEBD90DA-D760-4DD8-A9DD-859CC8F755AC}" destId="{58E34130-EF0C-457F-AA8F-112A45FAA9D8}" srcOrd="0" destOrd="0" presId="urn:microsoft.com/office/officeart/2005/8/layout/process3"/>
    <dgm:cxn modelId="{F46D9021-AA43-456D-ACB6-88F8E72E2C8C}" type="presOf" srcId="{35B0204E-F85B-4762-9702-91D9F54F45B5}" destId="{D5E9E8E8-5CB6-446E-AA62-8024EF576F9A}" srcOrd="1" destOrd="0" presId="urn:microsoft.com/office/officeart/2005/8/layout/process3"/>
    <dgm:cxn modelId="{752DB53B-0288-48A5-8ED7-956DA7C8D512}" type="presOf" srcId="{3E7ECF5C-0B31-4EE8-BBE0-7D982C96BE92}" destId="{07D136DF-C11D-4F17-9DBD-D9B4000F3D44}" srcOrd="1" destOrd="0" presId="urn:microsoft.com/office/officeart/2005/8/layout/process3"/>
    <dgm:cxn modelId="{0C3EF196-230A-4A86-B9C8-2B2E0C7C2256}" type="presOf" srcId="{6563E6B3-2A8A-4E36-853B-B65568D7FD12}" destId="{FFEEEDFC-9CED-4A93-9245-08C517FC4E35}" srcOrd="0" destOrd="0" presId="urn:microsoft.com/office/officeart/2005/8/layout/process3"/>
    <dgm:cxn modelId="{2D8E4AFB-D19E-486C-BE2B-8B334D65D3E6}" type="presOf" srcId="{E4DCC85D-40B5-401A-9F89-8543E884CEC7}" destId="{F4945C4D-18CB-4E0B-9EFF-212A4864D6E1}" srcOrd="0" destOrd="0" presId="urn:microsoft.com/office/officeart/2005/8/layout/process3"/>
    <dgm:cxn modelId="{246A1647-7BD5-485B-AB08-31D88E6C5B4B}" type="presOf" srcId="{D910F810-7255-45CC-B8A7-26FAD706E4DC}" destId="{09C61F3C-07B0-4C49-AB0B-EB8D74C69A36}" srcOrd="0" destOrd="0" presId="urn:microsoft.com/office/officeart/2005/8/layout/process3"/>
    <dgm:cxn modelId="{4A4511FD-DF26-43F1-9AC7-F549086E1207}" srcId="{D4440DCA-E6BA-4C6F-9594-B191F0898814}" destId="{3B8D546D-2C1F-4A8C-B928-5CA1E28394A0}" srcOrd="2" destOrd="0" parTransId="{86AEAE8D-EF54-43BF-8BF1-1F2C1397E4F3}" sibTransId="{6563E6B3-2A8A-4E36-853B-B65568D7FD12}"/>
    <dgm:cxn modelId="{3E6B1BAF-EDFE-4417-9AD9-CFDF66305271}" type="presOf" srcId="{BB2FF377-3B88-4F56-A1A5-547B1651F6F5}" destId="{B5E4455A-E566-45E4-8FCF-1499001EA4A0}" srcOrd="1" destOrd="0" presId="urn:microsoft.com/office/officeart/2005/8/layout/process3"/>
    <dgm:cxn modelId="{FC9FF5EF-EF94-4FB1-BEEB-50F22AF3F2F1}" type="presOf" srcId="{3E7ECF5C-0B31-4EE8-BBE0-7D982C96BE92}" destId="{FFDC49FD-7681-4669-945D-4E9EEF730897}" srcOrd="0" destOrd="0" presId="urn:microsoft.com/office/officeart/2005/8/layout/process3"/>
    <dgm:cxn modelId="{A7C69380-1C73-4A01-A577-81FA3B439B9F}" srcId="{3B8D546D-2C1F-4A8C-B928-5CA1E28394A0}" destId="{790F3618-B678-4226-A54D-835B30A5F06A}" srcOrd="0" destOrd="0" parTransId="{96D3067C-D765-4776-929C-3E8738F735CB}" sibTransId="{CF412DF5-469F-4650-AB58-0C84C97F21D1}"/>
    <dgm:cxn modelId="{547DAC0D-C318-433B-A1A1-A71F2BA4C8E8}" type="presParOf" srcId="{1F1BA4D6-AE34-4915-AB0D-89E4FD684E14}" destId="{2FC02A6F-870E-4AE9-9A56-7B73B763E9A3}" srcOrd="0" destOrd="0" presId="urn:microsoft.com/office/officeart/2005/8/layout/process3"/>
    <dgm:cxn modelId="{4D763539-3386-417C-ABAC-C8614043FF17}" type="presParOf" srcId="{2FC02A6F-870E-4AE9-9A56-7B73B763E9A3}" destId="{E704B844-7C90-40AD-AE3C-34DADB719882}" srcOrd="0" destOrd="0" presId="urn:microsoft.com/office/officeart/2005/8/layout/process3"/>
    <dgm:cxn modelId="{2AAA5B98-8247-43D2-A87A-0D64DBF7B650}" type="presParOf" srcId="{2FC02A6F-870E-4AE9-9A56-7B73B763E9A3}" destId="{E2435FA5-D166-4760-AF9B-27DB9019037E}" srcOrd="1" destOrd="0" presId="urn:microsoft.com/office/officeart/2005/8/layout/process3"/>
    <dgm:cxn modelId="{499C1E32-F9F7-4140-912E-C704ADBA4B82}" type="presParOf" srcId="{2FC02A6F-870E-4AE9-9A56-7B73B763E9A3}" destId="{09C61F3C-07B0-4C49-AB0B-EB8D74C69A36}" srcOrd="2" destOrd="0" presId="urn:microsoft.com/office/officeart/2005/8/layout/process3"/>
    <dgm:cxn modelId="{B5A4E707-F55F-4B29-A74D-69EBC29A6598}" type="presParOf" srcId="{1F1BA4D6-AE34-4915-AB0D-89E4FD684E14}" destId="{ABB1640F-D988-476D-91CC-7F323B903EEF}" srcOrd="1" destOrd="0" presId="urn:microsoft.com/office/officeart/2005/8/layout/process3"/>
    <dgm:cxn modelId="{525F18D3-AB1F-4208-A80E-6283117188F7}" type="presParOf" srcId="{ABB1640F-D988-476D-91CC-7F323B903EEF}" destId="{B5E4455A-E566-45E4-8FCF-1499001EA4A0}" srcOrd="0" destOrd="0" presId="urn:microsoft.com/office/officeart/2005/8/layout/process3"/>
    <dgm:cxn modelId="{513CCF3B-86C5-43B1-84BF-AB6C625DC759}" type="presParOf" srcId="{1F1BA4D6-AE34-4915-AB0D-89E4FD684E14}" destId="{DE58C94F-4237-4155-BE72-FA88956F7AC5}" srcOrd="2" destOrd="0" presId="urn:microsoft.com/office/officeart/2005/8/layout/process3"/>
    <dgm:cxn modelId="{D1C323DC-3289-44B9-B503-E10E3C18F3A9}" type="presParOf" srcId="{DE58C94F-4237-4155-BE72-FA88956F7AC5}" destId="{F4945C4D-18CB-4E0B-9EFF-212A4864D6E1}" srcOrd="0" destOrd="0" presId="urn:microsoft.com/office/officeart/2005/8/layout/process3"/>
    <dgm:cxn modelId="{8591425A-8291-4F46-83A9-5A61B51960F9}" type="presParOf" srcId="{DE58C94F-4237-4155-BE72-FA88956F7AC5}" destId="{12181E88-9BE2-4E8B-A3E6-633CBB54B565}" srcOrd="1" destOrd="0" presId="urn:microsoft.com/office/officeart/2005/8/layout/process3"/>
    <dgm:cxn modelId="{F8582C90-75F1-476B-834D-C9D72A2C3EBC}" type="presParOf" srcId="{DE58C94F-4237-4155-BE72-FA88956F7AC5}" destId="{58E34130-EF0C-457F-AA8F-112A45FAA9D8}" srcOrd="2" destOrd="0" presId="urn:microsoft.com/office/officeart/2005/8/layout/process3"/>
    <dgm:cxn modelId="{8CA9F06A-1218-408D-89EB-6B0629D8CA0A}" type="presParOf" srcId="{1F1BA4D6-AE34-4915-AB0D-89E4FD684E14}" destId="{6AA59EDA-2DEE-4F8E-B438-5AB9E4693D43}" srcOrd="3" destOrd="0" presId="urn:microsoft.com/office/officeart/2005/8/layout/process3"/>
    <dgm:cxn modelId="{FE3788F6-363B-4C45-81D4-98A7DCD7FAB9}" type="presParOf" srcId="{6AA59EDA-2DEE-4F8E-B438-5AB9E4693D43}" destId="{D5E9E8E8-5CB6-446E-AA62-8024EF576F9A}" srcOrd="0" destOrd="0" presId="urn:microsoft.com/office/officeart/2005/8/layout/process3"/>
    <dgm:cxn modelId="{46229779-E70D-4D71-A3EA-4A7446E4BC55}" type="presParOf" srcId="{1F1BA4D6-AE34-4915-AB0D-89E4FD684E14}" destId="{C61E481F-0567-4B23-9065-F8DBFCCF4EBC}" srcOrd="4" destOrd="0" presId="urn:microsoft.com/office/officeart/2005/8/layout/process3"/>
    <dgm:cxn modelId="{5D29BD16-FCE8-483C-89FB-BA197396A595}" type="presParOf" srcId="{C61E481F-0567-4B23-9065-F8DBFCCF4EBC}" destId="{2604809B-1809-42B5-AB5D-CE2454F221C7}" srcOrd="0" destOrd="0" presId="urn:microsoft.com/office/officeart/2005/8/layout/process3"/>
    <dgm:cxn modelId="{82D05401-0477-491C-9A98-917217FAA5B2}" type="presParOf" srcId="{C61E481F-0567-4B23-9065-F8DBFCCF4EBC}" destId="{C6E6D809-2E3C-47C9-BB2B-968A2AE078BF}" srcOrd="1" destOrd="0" presId="urn:microsoft.com/office/officeart/2005/8/layout/process3"/>
    <dgm:cxn modelId="{7EED46AE-A661-4CA0-831F-1396C0FB4724}" type="presParOf" srcId="{C61E481F-0567-4B23-9065-F8DBFCCF4EBC}" destId="{9159C2DE-FFBC-4E6D-8E72-9DAC9E688564}" srcOrd="2" destOrd="0" presId="urn:microsoft.com/office/officeart/2005/8/layout/process3"/>
    <dgm:cxn modelId="{9404075B-4C4A-4A2A-80DE-43FCB8C26B82}" type="presParOf" srcId="{1F1BA4D6-AE34-4915-AB0D-89E4FD684E14}" destId="{FFEEEDFC-9CED-4A93-9245-08C517FC4E35}" srcOrd="5" destOrd="0" presId="urn:microsoft.com/office/officeart/2005/8/layout/process3"/>
    <dgm:cxn modelId="{3B825C80-36D3-4AF8-A74A-48C907542254}" type="presParOf" srcId="{FFEEEDFC-9CED-4A93-9245-08C517FC4E35}" destId="{93C7B789-DF6E-4991-831E-69183C1DD81D}" srcOrd="0" destOrd="0" presId="urn:microsoft.com/office/officeart/2005/8/layout/process3"/>
    <dgm:cxn modelId="{E3DA5EFD-C212-4A5C-B13D-672525445AF4}" type="presParOf" srcId="{1F1BA4D6-AE34-4915-AB0D-89E4FD684E14}" destId="{FED25B90-BF58-48C9-9B4C-C283DD21439C}" srcOrd="6" destOrd="0" presId="urn:microsoft.com/office/officeart/2005/8/layout/process3"/>
    <dgm:cxn modelId="{58CBA84E-F82B-40D7-80F1-1A9440139E69}" type="presParOf" srcId="{FED25B90-BF58-48C9-9B4C-C283DD21439C}" destId="{F486CBA7-6838-431F-B75F-3AC6D838FDC9}" srcOrd="0" destOrd="0" presId="urn:microsoft.com/office/officeart/2005/8/layout/process3"/>
    <dgm:cxn modelId="{E2947744-FB01-4D94-9A10-13F74FC65F39}" type="presParOf" srcId="{FED25B90-BF58-48C9-9B4C-C283DD21439C}" destId="{6796F53B-C12A-4ED1-8808-ED7F8F35989E}" srcOrd="1" destOrd="0" presId="urn:microsoft.com/office/officeart/2005/8/layout/process3"/>
    <dgm:cxn modelId="{464A38B6-A107-4AC4-9BF4-2F0B5380BE1B}" type="presParOf" srcId="{FED25B90-BF58-48C9-9B4C-C283DD21439C}" destId="{B6D2401A-2BF9-42F3-8013-8A65B1536B95}" srcOrd="2" destOrd="0" presId="urn:microsoft.com/office/officeart/2005/8/layout/process3"/>
    <dgm:cxn modelId="{DA5413B1-BAFE-4F39-B967-EE2B9022EC90}" type="presParOf" srcId="{1F1BA4D6-AE34-4915-AB0D-89E4FD684E14}" destId="{F012D1E3-5921-439A-88D5-3D5D8D725B4B}" srcOrd="7" destOrd="0" presId="urn:microsoft.com/office/officeart/2005/8/layout/process3"/>
    <dgm:cxn modelId="{722B640B-5561-41E7-AFC7-277AE1EF524F}" type="presParOf" srcId="{F012D1E3-5921-439A-88D5-3D5D8D725B4B}" destId="{AA515229-6D00-4410-841A-081DC707132D}" srcOrd="0" destOrd="0" presId="urn:microsoft.com/office/officeart/2005/8/layout/process3"/>
    <dgm:cxn modelId="{5A3FA557-16EA-4F08-8497-7FF1C8870FD4}" type="presParOf" srcId="{1F1BA4D6-AE34-4915-AB0D-89E4FD684E14}" destId="{B0893933-0058-4809-BFBB-1FA24DBA2DDA}" srcOrd="8" destOrd="0" presId="urn:microsoft.com/office/officeart/2005/8/layout/process3"/>
    <dgm:cxn modelId="{A1B96D1E-75DF-4E5B-B768-21571FB8F438}" type="presParOf" srcId="{B0893933-0058-4809-BFBB-1FA24DBA2DDA}" destId="{FFDC49FD-7681-4669-945D-4E9EEF730897}" srcOrd="0" destOrd="0" presId="urn:microsoft.com/office/officeart/2005/8/layout/process3"/>
    <dgm:cxn modelId="{3C3A360D-4F92-462C-8160-E92CCB3D488F}" type="presParOf" srcId="{B0893933-0058-4809-BFBB-1FA24DBA2DDA}" destId="{07D136DF-C11D-4F17-9DBD-D9B4000F3D44}" srcOrd="1" destOrd="0" presId="urn:microsoft.com/office/officeart/2005/8/layout/process3"/>
    <dgm:cxn modelId="{60D9179C-1999-4751-AD3F-719F82A565D5}" type="presParOf" srcId="{B0893933-0058-4809-BFBB-1FA24DBA2DDA}" destId="{F034CF9A-F972-44B0-A33D-F5667243406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35FA5-D166-4760-AF9B-27DB9019037E}">
      <dsp:nvSpPr>
        <dsp:cNvPr id="0" name=""/>
        <dsp:cNvSpPr/>
      </dsp:nvSpPr>
      <dsp:spPr>
        <a:xfrm>
          <a:off x="5772" y="988842"/>
          <a:ext cx="1302493" cy="5630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lvl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000" b="0" i="0" kern="1200" baseline="0" smtClean="0"/>
            <a:t>Coleta de Dados</a:t>
          </a:r>
          <a:endParaRPr lang="pt-PT" sz="1000" kern="1200" dirty="0"/>
        </a:p>
      </dsp:txBody>
      <dsp:txXfrm>
        <a:off x="5772" y="988842"/>
        <a:ext cx="1302493" cy="375374"/>
      </dsp:txXfrm>
    </dsp:sp>
    <dsp:sp modelId="{09C61F3C-07B0-4C49-AB0B-EB8D74C69A36}">
      <dsp:nvSpPr>
        <dsp:cNvPr id="0" name=""/>
        <dsp:cNvSpPr/>
      </dsp:nvSpPr>
      <dsp:spPr>
        <a:xfrm>
          <a:off x="272548" y="1364216"/>
          <a:ext cx="1302493" cy="86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000" kern="1200" dirty="0" smtClean="0"/>
            <a:t>Extração de ficheiros CSV do INE e outras fontes governamentais.</a:t>
          </a:r>
          <a:endParaRPr lang="pt-BR" sz="1000" kern="1200" dirty="0"/>
        </a:p>
      </dsp:txBody>
      <dsp:txXfrm>
        <a:off x="297854" y="1389522"/>
        <a:ext cx="1251881" cy="813388"/>
      </dsp:txXfrm>
    </dsp:sp>
    <dsp:sp modelId="{ABB1640F-D988-476D-91CC-7F323B903EEF}">
      <dsp:nvSpPr>
        <dsp:cNvPr id="0" name=""/>
        <dsp:cNvSpPr/>
      </dsp:nvSpPr>
      <dsp:spPr>
        <a:xfrm>
          <a:off x="1505719" y="1014387"/>
          <a:ext cx="418600" cy="324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800" kern="1200"/>
        </a:p>
      </dsp:txBody>
      <dsp:txXfrm>
        <a:off x="1505719" y="1079244"/>
        <a:ext cx="321315" cy="194569"/>
      </dsp:txXfrm>
    </dsp:sp>
    <dsp:sp modelId="{12181E88-9BE2-4E8B-A3E6-633CBB54B565}">
      <dsp:nvSpPr>
        <dsp:cNvPr id="0" name=""/>
        <dsp:cNvSpPr/>
      </dsp:nvSpPr>
      <dsp:spPr>
        <a:xfrm>
          <a:off x="2098079" y="988842"/>
          <a:ext cx="1302493" cy="5630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lvl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b="1" kern="1200" dirty="0" smtClean="0"/>
            <a:t>Pré-Processamento</a:t>
          </a:r>
          <a:endParaRPr lang="pt-PT" sz="1000" kern="1200" dirty="0"/>
        </a:p>
      </dsp:txBody>
      <dsp:txXfrm>
        <a:off x="2098079" y="988842"/>
        <a:ext cx="1302493" cy="375374"/>
      </dsp:txXfrm>
    </dsp:sp>
    <dsp:sp modelId="{58E34130-EF0C-457F-AA8F-112A45FAA9D8}">
      <dsp:nvSpPr>
        <dsp:cNvPr id="0" name=""/>
        <dsp:cNvSpPr/>
      </dsp:nvSpPr>
      <dsp:spPr>
        <a:xfrm>
          <a:off x="2364855" y="1364216"/>
          <a:ext cx="1302493" cy="86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000" kern="1200" dirty="0" smtClean="0"/>
            <a:t>Limpeza, normalização e transformação dos dados</a:t>
          </a:r>
          <a:endParaRPr lang="pt-BR" sz="1000" kern="1200" dirty="0"/>
        </a:p>
      </dsp:txBody>
      <dsp:txXfrm>
        <a:off x="2390161" y="1389522"/>
        <a:ext cx="1251881" cy="813388"/>
      </dsp:txXfrm>
    </dsp:sp>
    <dsp:sp modelId="{6AA59EDA-2DEE-4F8E-B438-5AB9E4693D43}">
      <dsp:nvSpPr>
        <dsp:cNvPr id="0" name=""/>
        <dsp:cNvSpPr/>
      </dsp:nvSpPr>
      <dsp:spPr>
        <a:xfrm>
          <a:off x="3598026" y="1014387"/>
          <a:ext cx="418600" cy="324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800" kern="1200"/>
        </a:p>
      </dsp:txBody>
      <dsp:txXfrm>
        <a:off x="3598026" y="1079244"/>
        <a:ext cx="321315" cy="194569"/>
      </dsp:txXfrm>
    </dsp:sp>
    <dsp:sp modelId="{C6E6D809-2E3C-47C9-BB2B-968A2AE078BF}">
      <dsp:nvSpPr>
        <dsp:cNvPr id="0" name=""/>
        <dsp:cNvSpPr/>
      </dsp:nvSpPr>
      <dsp:spPr>
        <a:xfrm>
          <a:off x="4190385" y="988842"/>
          <a:ext cx="1302493" cy="5630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lvl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b="1" kern="1200" dirty="0" smtClean="0"/>
            <a:t>Análise Exploratória (EDA)</a:t>
          </a:r>
          <a:endParaRPr lang="pt-PT" sz="1000" kern="1200" dirty="0"/>
        </a:p>
      </dsp:txBody>
      <dsp:txXfrm>
        <a:off x="4190385" y="988842"/>
        <a:ext cx="1302493" cy="375374"/>
      </dsp:txXfrm>
    </dsp:sp>
    <dsp:sp modelId="{9159C2DE-FFBC-4E6D-8E72-9DAC9E688564}">
      <dsp:nvSpPr>
        <dsp:cNvPr id="0" name=""/>
        <dsp:cNvSpPr/>
      </dsp:nvSpPr>
      <dsp:spPr>
        <a:xfrm>
          <a:off x="4457161" y="1364216"/>
          <a:ext cx="1302493" cy="86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000" kern="1200" smtClean="0"/>
            <a:t>Visualização de padrões e correlações</a:t>
          </a:r>
          <a:endParaRPr lang="pt-BR" sz="1000" kern="1200"/>
        </a:p>
      </dsp:txBody>
      <dsp:txXfrm>
        <a:off x="4482467" y="1389522"/>
        <a:ext cx="1251881" cy="813388"/>
      </dsp:txXfrm>
    </dsp:sp>
    <dsp:sp modelId="{FFEEEDFC-9CED-4A93-9245-08C517FC4E35}">
      <dsp:nvSpPr>
        <dsp:cNvPr id="0" name=""/>
        <dsp:cNvSpPr/>
      </dsp:nvSpPr>
      <dsp:spPr>
        <a:xfrm>
          <a:off x="5690332" y="1014387"/>
          <a:ext cx="418600" cy="324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800" kern="1200"/>
        </a:p>
      </dsp:txBody>
      <dsp:txXfrm>
        <a:off x="5690332" y="1079244"/>
        <a:ext cx="321315" cy="194569"/>
      </dsp:txXfrm>
    </dsp:sp>
    <dsp:sp modelId="{6796F53B-C12A-4ED1-8808-ED7F8F35989E}">
      <dsp:nvSpPr>
        <dsp:cNvPr id="0" name=""/>
        <dsp:cNvSpPr/>
      </dsp:nvSpPr>
      <dsp:spPr>
        <a:xfrm>
          <a:off x="6282692" y="988842"/>
          <a:ext cx="1302493" cy="5630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b="1" kern="1200" dirty="0" smtClean="0"/>
            <a:t>Modelo Preditivo</a:t>
          </a:r>
          <a:endParaRPr lang="pt-PT" sz="1000" kern="1200" dirty="0"/>
        </a:p>
      </dsp:txBody>
      <dsp:txXfrm>
        <a:off x="6282692" y="988842"/>
        <a:ext cx="1302493" cy="375374"/>
      </dsp:txXfrm>
    </dsp:sp>
    <dsp:sp modelId="{B6D2401A-2BF9-42F3-8013-8A65B1536B95}">
      <dsp:nvSpPr>
        <dsp:cNvPr id="0" name=""/>
        <dsp:cNvSpPr/>
      </dsp:nvSpPr>
      <dsp:spPr>
        <a:xfrm>
          <a:off x="6549468" y="1364216"/>
          <a:ext cx="1302493" cy="86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000" kern="1200" dirty="0" smtClean="0"/>
            <a:t>Treinamento e validação dos algoritmos de Machine Learning</a:t>
          </a:r>
          <a:endParaRPr lang="pt-BR" sz="1000" kern="1200" dirty="0"/>
        </a:p>
      </dsp:txBody>
      <dsp:txXfrm>
        <a:off x="6574774" y="1389522"/>
        <a:ext cx="1251881" cy="813388"/>
      </dsp:txXfrm>
    </dsp:sp>
    <dsp:sp modelId="{F012D1E3-5921-439A-88D5-3D5D8D725B4B}">
      <dsp:nvSpPr>
        <dsp:cNvPr id="0" name=""/>
        <dsp:cNvSpPr/>
      </dsp:nvSpPr>
      <dsp:spPr>
        <a:xfrm>
          <a:off x="7782639" y="1014387"/>
          <a:ext cx="418600" cy="3242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800" kern="1200"/>
        </a:p>
      </dsp:txBody>
      <dsp:txXfrm>
        <a:off x="7782639" y="1079244"/>
        <a:ext cx="321315" cy="194569"/>
      </dsp:txXfrm>
    </dsp:sp>
    <dsp:sp modelId="{07D136DF-C11D-4F17-9DBD-D9B4000F3D44}">
      <dsp:nvSpPr>
        <dsp:cNvPr id="0" name=""/>
        <dsp:cNvSpPr/>
      </dsp:nvSpPr>
      <dsp:spPr>
        <a:xfrm>
          <a:off x="8374999" y="988842"/>
          <a:ext cx="1302493" cy="56306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3810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PT" sz="1000" b="1" kern="1200" dirty="0" smtClean="0"/>
            <a:t>Dashboard</a:t>
          </a:r>
          <a:endParaRPr lang="pt-BR" sz="1000" kern="1200" dirty="0"/>
        </a:p>
      </dsp:txBody>
      <dsp:txXfrm>
        <a:off x="8374999" y="988842"/>
        <a:ext cx="1302493" cy="375374"/>
      </dsp:txXfrm>
    </dsp:sp>
    <dsp:sp modelId="{F034CF9A-F972-44B0-A33D-F56672434067}">
      <dsp:nvSpPr>
        <dsp:cNvPr id="0" name=""/>
        <dsp:cNvSpPr/>
      </dsp:nvSpPr>
      <dsp:spPr>
        <a:xfrm>
          <a:off x="8641774" y="1364216"/>
          <a:ext cx="1302493" cy="864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pt-PT" sz="1000" kern="1200" dirty="0" smtClean="0"/>
            <a:t>Exibição dos resultados para apoio à decisão</a:t>
          </a:r>
          <a:endParaRPr lang="pt-BR" sz="1000" kern="1200" dirty="0"/>
        </a:p>
      </dsp:txBody>
      <dsp:txXfrm>
        <a:off x="8667080" y="1389522"/>
        <a:ext cx="1251881" cy="8133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 0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-2147483648-2147483648 8642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8642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4366 1183 0 0,'18'-16'2657'0'0,"-1"-4"-2657"0"0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7614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3735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78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8467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0255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5560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502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363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customXml" Target="../ink/ink2.xml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diagramLayout" Target="../diagrams/layout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12" Type="http://schemas.openxmlformats.org/officeDocument/2006/relationships/diagramData" Target="../diagrams/data1.xml"/><Relationship Id="rId2" Type="http://schemas.openxmlformats.org/officeDocument/2006/relationships/notesSlide" Target="../notesSlides/notesSlide5.xml"/><Relationship Id="rId16" Type="http://schemas.microsoft.com/office/2007/relationships/diagramDrawing" Target="../diagrams/drawing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5" Type="http://schemas.openxmlformats.org/officeDocument/2006/relationships/diagramColors" Target="../diagrams/colors1.xml"/><Relationship Id="rId10" Type="http://schemas.openxmlformats.org/officeDocument/2006/relationships/customXml" Target="../ink/ink10.xml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6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8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6E8DDA74-8630-43BB-E564-7470D2C1DF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" t="125" r="5881" b="35700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</p:spPr>
      </p:pic>
      <p:sp>
        <p:nvSpPr>
          <p:cNvPr id="468" name="Rectangle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6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7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119D6634-8C52-56C8-C196-BBFF1A999BF3}"/>
              </a:ext>
            </a:extLst>
          </p:cNvPr>
          <p:cNvSpPr/>
          <p:nvPr/>
        </p:nvSpPr>
        <p:spPr>
          <a:xfrm rot="21420000">
            <a:off x="6615715" y="4564347"/>
            <a:ext cx="2705697" cy="61297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76" name="A new generation…"/>
          <p:cNvSpPr txBox="1"/>
          <p:nvPr/>
        </p:nvSpPr>
        <p:spPr>
          <a:xfrm>
            <a:off x="5586902" y="3372195"/>
            <a:ext cx="4763321" cy="1800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latin typeface="Microsoft YaHei"/>
              </a:rPr>
              <a:t>Uma nova </a:t>
            </a:r>
            <a:r>
              <a:rPr lang="pt" b="1" dirty="0" err="1">
                <a:latin typeface="Microsoft YaHei"/>
              </a:rPr>
              <a:t>geração</a:t>
            </a:r>
            <a:r>
              <a:rPr lang="pt" b="1" dirty="0">
                <a:latin typeface="Microsoft YaHei"/>
              </a:rPr>
              <a:t> </a:t>
            </a: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latin typeface="Microsoft YaHei"/>
              </a:rPr>
              <a:t>de </a:t>
            </a:r>
            <a:r>
              <a:rPr lang="pt" b="1" dirty="0" err="1">
                <a:latin typeface="Microsoft YaHei"/>
              </a:rPr>
              <a:t>especialistas </a:t>
            </a:r>
            <a:r>
              <a:rPr lang="pt" b="1" dirty="0">
                <a:latin typeface="Microsoft YaHei"/>
              </a:rPr>
              <a:t>em </a:t>
            </a:r>
            <a:r>
              <a:rPr lang="pt" b="1" dirty="0" err="1">
                <a:latin typeface="Microsoft YaHei"/>
              </a:rPr>
              <a:t>tecnologia</a:t>
            </a:r>
            <a:endParaRPr b="1" dirty="0">
              <a:latin typeface="Microsoft YaHe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643905" y="2863066"/>
            <a:ext cx="5719155" cy="1800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-PT" b="1" dirty="0" smtClean="0">
                <a:solidFill>
                  <a:schemeClr val="bg1"/>
                </a:solidFill>
                <a:latin typeface="Microsoft YaHei"/>
              </a:rPr>
              <a:t>Análise </a:t>
            </a:r>
            <a:r>
              <a:rPr lang="pt-PT" b="1" dirty="0">
                <a:solidFill>
                  <a:schemeClr val="bg1"/>
                </a:solidFill>
                <a:latin typeface="Microsoft YaHei"/>
              </a:rPr>
              <a:t>de Fluxo Turístico Sustentável em Angola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682935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fontScale="62500" lnSpcReduction="20000"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Nota conceitual e plano de implementação :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Contexto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Objetivos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Relação ODS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Dados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Coleta de dados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Análise Exploratória de Dados (EDA) e Engenharia de Recursos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Seleção e Treinamento de Modelos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Avaliação de Modelos e Ajuste 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Refinamento e Teste de Modelos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Resultados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Implantação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pt" sz="17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Trabalho Futuro</a:t>
            </a:r>
            <a:endParaRPr lang="en-US" sz="23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40854" y="1926543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801569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geral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1344076"/>
            <a:ext cx="11425960" cy="5573572"/>
          </a:xfrm>
          <a:prstGeom prst="rect">
            <a:avLst/>
          </a:prstGeom>
        </p:spPr>
        <p:txBody>
          <a:bodyPr lIns="45719" tIns="45720" rIns="45719" bIns="45720" anchor="ctr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Breve visão geral do </a:t>
            </a:r>
            <a:r>
              <a:rPr lang="pt" sz="1600" dirty="0" smtClean="0">
                <a:latin typeface="Microsoft YaHei Light"/>
              </a:rPr>
              <a:t>projeto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• </a:t>
            </a:r>
            <a:r>
              <a:rPr lang="pt-PT" sz="1600" dirty="0">
                <a:latin typeface="Microsoft YaHei Light"/>
              </a:rPr>
              <a:t>Estudo dos padrões de entrada, permanência e deslocamento de turistas em Angola.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Identificação de regiões com maior fluxo turístico e períodos de maior sazonalidade.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Proposta de práticas sustentáveis para desenvolvimento equilibrado do turismo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 smtClean="0">
              <a:latin typeface="Microsoft YaHei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B</a:t>
            </a:r>
            <a:r>
              <a:rPr lang="pt" sz="1600" dirty="0" smtClean="0">
                <a:latin typeface="Microsoft YaHei Light"/>
              </a:rPr>
              <a:t>reve </a:t>
            </a:r>
            <a:r>
              <a:rPr lang="pt" sz="1600" dirty="0">
                <a:latin typeface="Microsoft YaHei Light"/>
              </a:rPr>
              <a:t>histórico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O turismo em Angola tem crescido de forma gradual desde 2017, impulsionado pela estabilidade económica e pela promoção de destinos naturais, como as províncias de Benguela, Namibe e Huíla. No entanto, o país enfrenta desafios como falta de dados integrados, infraestruturas limitadas e ausência de modelos preditivos para planeamento sustentável.</a:t>
            </a:r>
          </a:p>
          <a:p>
            <a:pPr marL="0" indent="0" algn="just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Iniciativas anteriores, como o Plano Diretor de Turismo de Angola (2019), identificaram a necessidade de utilizar dados estatísticos e tecnologias de machine learning para apoiar políticas de sustentabilidade. Assim, o presente projeto propõe uma abordagem baseada em aprendizado de máquina para gerar insights orientados por dados, permitindo uma gestão mais eficiente e sustentável do setor turístico.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Importância do problema a ser </a:t>
            </a:r>
            <a:r>
              <a:rPr lang="pt" sz="1600" dirty="0" smtClean="0">
                <a:latin typeface="Microsoft YaHei Light"/>
              </a:rPr>
              <a:t>resolvido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Sazonalidade elevada e desigualdade no desenvolvimento regional.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Infraestruturas turísticas insuficientes em várias zonas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• </a:t>
            </a:r>
            <a:r>
              <a:rPr lang="pt-PT" sz="1600" dirty="0">
                <a:latin typeface="Microsoft YaHei Light"/>
              </a:rPr>
              <a:t>Necessidade de dados estruturados para orientar políticas públicas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54635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48234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248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14359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57183" y="1400516"/>
            <a:ext cx="11463697" cy="540901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Objectivo </a:t>
            </a:r>
            <a:r>
              <a:rPr lang="pt-PT" sz="1600" dirty="0">
                <a:latin typeface="Microsoft YaHei Light"/>
              </a:rPr>
              <a:t>Geral: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Analisar o fluxo turístico para apoiar o desenvolvimento sustentável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sz="1600" dirty="0">
              <a:latin typeface="Microsoft YaHei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Objectivos </a:t>
            </a:r>
            <a:r>
              <a:rPr lang="pt-PT" sz="1600" dirty="0">
                <a:latin typeface="Microsoft YaHei Light"/>
              </a:rPr>
              <a:t>Específicos: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</a:t>
            </a:r>
            <a:r>
              <a:rPr lang="pt-PT" sz="1600" dirty="0" smtClean="0">
                <a:latin typeface="Microsoft YaHei Light"/>
              </a:rPr>
              <a:t>Analisar </a:t>
            </a:r>
            <a:r>
              <a:rPr lang="pt-PT" sz="1600" dirty="0">
                <a:latin typeface="Microsoft YaHei Light"/>
              </a:rPr>
              <a:t>os padrões de fluxo turístico em Angola com base em dados estatísticos oficiais.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• Identificar </a:t>
            </a:r>
            <a:r>
              <a:rPr lang="pt-PT" sz="1600" dirty="0">
                <a:latin typeface="Microsoft YaHei Light"/>
              </a:rPr>
              <a:t>tendências sazonais, picos de turismo e províncias com maior potencial de desenvolvimento sustentável.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• Desenvolver </a:t>
            </a:r>
            <a:r>
              <a:rPr lang="pt-PT" sz="1600" dirty="0">
                <a:latin typeface="Microsoft YaHei Light"/>
              </a:rPr>
              <a:t>um modelo preditivo para estimar o fluxo futuro de turistas, apoiando o planeamento estratégico.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• Propor </a:t>
            </a:r>
            <a:r>
              <a:rPr lang="pt-PT" sz="1600" dirty="0">
                <a:latin typeface="Microsoft YaHei Light"/>
              </a:rPr>
              <a:t>recomendações de políticas públicas e práticas sustentáveis para equilibrar o crescimento económico e a conservação ambiental.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 smtClean="0">
              <a:latin typeface="Microsoft YaHei Light"/>
            </a:endParaRP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O modelo de aprendizado de máquina irá: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• </a:t>
            </a:r>
            <a:r>
              <a:rPr lang="pt-PT" sz="1600" dirty="0">
                <a:latin typeface="Microsoft YaHei Light"/>
              </a:rPr>
              <a:t>Analisar dados históricos e variáveis regionais.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Identificar padrões não evidentes.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Prever a procura turística por província.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>
                <a:latin typeface="Microsoft YaHei Light"/>
              </a:rPr>
              <a:t>• Apoiar decisões de investimento e gestão</a:t>
            </a:r>
            <a:r>
              <a:rPr lang="pt-PT" sz="1600" dirty="0" smtClean="0">
                <a:latin typeface="Microsoft YaHei Light"/>
              </a:rPr>
              <a:t>.</a:t>
            </a:r>
            <a:endParaRPr lang="pt-PT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78365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636816"/>
            <a:ext cx="7756075" cy="940407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smtClean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Objectivos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47324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014824"/>
            <a:ext cx="10692496" cy="41094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b="1" dirty="0" smtClean="0">
                <a:latin typeface="Microsoft YaHei Light"/>
              </a:rPr>
              <a:t>ODS </a:t>
            </a:r>
            <a:r>
              <a:rPr lang="pt-PT" sz="1600" b="1" dirty="0">
                <a:latin typeface="Microsoft YaHei Light"/>
              </a:rPr>
              <a:t>8</a:t>
            </a:r>
            <a:r>
              <a:rPr lang="pt-PT" sz="1600" dirty="0">
                <a:latin typeface="Microsoft YaHei Light"/>
              </a:rPr>
              <a:t> </a:t>
            </a:r>
            <a:r>
              <a:rPr lang="pt-PT" sz="1600" b="1" dirty="0">
                <a:latin typeface="Microsoft YaHei Light"/>
              </a:rPr>
              <a:t>– Trabalho Digno e Crescimento Económico:</a:t>
            </a:r>
            <a:r>
              <a:rPr lang="pt-PT" sz="1600" dirty="0">
                <a:latin typeface="Microsoft YaHei Light"/>
              </a:rPr>
              <a:t> ao promover o turismo como motor de emprego e rendimento local, especialmente nas províncias com maior potencial turístico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sz="1600" dirty="0">
              <a:latin typeface="Microsoft YaHei Light"/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b="1" dirty="0" smtClean="0">
                <a:latin typeface="Microsoft YaHei Light"/>
              </a:rPr>
              <a:t>ODS </a:t>
            </a:r>
            <a:r>
              <a:rPr lang="pt-PT" sz="1600" b="1" dirty="0">
                <a:latin typeface="Microsoft YaHei Light"/>
              </a:rPr>
              <a:t>11</a:t>
            </a:r>
            <a:r>
              <a:rPr lang="pt-PT" sz="1600" dirty="0">
                <a:latin typeface="Microsoft YaHei Light"/>
              </a:rPr>
              <a:t> </a:t>
            </a:r>
            <a:r>
              <a:rPr lang="pt-PT" sz="1600" b="1" dirty="0">
                <a:latin typeface="Microsoft YaHei Light"/>
              </a:rPr>
              <a:t>– Cidades e Comunidades Sustentáveis:</a:t>
            </a:r>
            <a:r>
              <a:rPr lang="pt-PT" sz="1600" dirty="0">
                <a:latin typeface="Microsoft YaHei Light"/>
              </a:rPr>
              <a:t> ao disponibilizar dados que apoiem o planeamento urbano e a gestão do impacto do turismo nas infraestruturas e nos serviços públicos</a:t>
            </a:r>
            <a:r>
              <a:rPr lang="pt-PT" sz="1600" dirty="0" smtClean="0">
                <a:latin typeface="Microsoft YaHei Light"/>
              </a:rPr>
              <a:t>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-PT" sz="1600" dirty="0">
              <a:latin typeface="Microsoft YaHei Light"/>
            </a:endParaRP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b="1" dirty="0" smtClean="0">
                <a:latin typeface="Microsoft YaHei Light"/>
              </a:rPr>
              <a:t>ODS </a:t>
            </a:r>
            <a:r>
              <a:rPr lang="pt-PT" sz="1600" b="1" dirty="0">
                <a:latin typeface="Microsoft YaHei Light"/>
              </a:rPr>
              <a:t>12</a:t>
            </a:r>
            <a:r>
              <a:rPr lang="pt-PT" sz="1600" dirty="0">
                <a:latin typeface="Microsoft YaHei Light"/>
              </a:rPr>
              <a:t> </a:t>
            </a:r>
            <a:r>
              <a:rPr lang="pt-PT" sz="1600" b="1" dirty="0">
                <a:latin typeface="Microsoft YaHei Light"/>
              </a:rPr>
              <a:t>– Consumo e Produção Sustentáveis:</a:t>
            </a:r>
            <a:r>
              <a:rPr lang="pt-PT" sz="1600" dirty="0">
                <a:latin typeface="Microsoft YaHei Light"/>
              </a:rPr>
              <a:t> ao incentivar políticas e práticas turísticas que respeitem o ambiente e valorizem os recursos naturais e culturais do país.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40854" y="1088469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973655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Relação com ODS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93793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Dados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098893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1319841"/>
            <a:ext cx="8007631" cy="4024320"/>
          </a:xfrm>
          <a:prstGeom prst="rect">
            <a:avLst/>
          </a:prstGeom>
        </p:spPr>
        <p:txBody>
          <a:bodyPr lIns="45719" tIns="45720" rIns="45719" bIns="45720" anchor="ctr">
            <a:normAutofit lnSpcReduction="10000"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-PT" sz="1600" dirty="0" smtClean="0">
                <a:latin typeface="Microsoft YaHei Light"/>
              </a:rPr>
              <a:t>Os </a:t>
            </a:r>
            <a:r>
              <a:rPr lang="pt-PT" sz="1600" dirty="0">
                <a:latin typeface="Microsoft YaHei Light"/>
              </a:rPr>
              <a:t>dados a utilizar incluem entradas e saídas de turistas por província, obtidos a partir de fontes oficiais como o Instituto Nacional de Estatística (INE) e o Ministério do Turismo de Angola</a:t>
            </a:r>
            <a:r>
              <a:rPr lang="pt-PT" sz="1600" dirty="0" smtClean="0">
                <a:latin typeface="Microsoft YaHei Light"/>
              </a:rPr>
              <a:t>.</a:t>
            </a:r>
            <a:endParaRPr lang="en-US" sz="1600" dirty="0" smtClean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Etapas de pré-processamento durante a coleta de </a:t>
            </a:r>
            <a:r>
              <a:rPr lang="pt" sz="1600" dirty="0" smtClean="0">
                <a:latin typeface="Microsoft YaHei Light"/>
              </a:rPr>
              <a:t>dados: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pt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 smtClean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 smtClean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Lidando com valores ausentes, outliers, etc.</a:t>
            </a:r>
          </a:p>
        </p:txBody>
      </p:sp>
      <p:sp>
        <p:nvSpPr>
          <p:cNvPr id="492" name="Rectangle"/>
          <p:cNvSpPr/>
          <p:nvPr/>
        </p:nvSpPr>
        <p:spPr>
          <a:xfrm>
            <a:off x="698305" y="79019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69570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Dados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496240541"/>
              </p:ext>
            </p:extLst>
          </p:nvPr>
        </p:nvGraphicFramePr>
        <p:xfrm>
          <a:off x="905789" y="2045821"/>
          <a:ext cx="9950041" cy="3217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6645345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Modelo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1611347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Detalhes sobre o treinamento do modelo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Hiperparâmetros usados ​​e quaisquer técnicas de validação cruzada </a:t>
            </a:r>
            <a:r>
              <a:rPr lang="pt" sz="1600" dirty="0" err="1">
                <a:latin typeface="Microsoft YaHei Light"/>
              </a:rPr>
              <a:t>e </a:t>
            </a:r>
            <a:r>
              <a:rPr lang="pt" sz="1600" dirty="0">
                <a:latin typeface="Microsoft YaHei Light"/>
              </a:rPr>
              <a:t>detalhes sobre qualquer ajuste de </a:t>
            </a:r>
            <a:r>
              <a:rPr lang="pt" sz="1600" dirty="0" err="1">
                <a:latin typeface="Microsoft YaHei Light"/>
              </a:rPr>
              <a:t>hiperparâmetro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Por favor, forneça uma comparação de modelos</a:t>
            </a:r>
            <a:endParaRPr lang="tr-TR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 err="1">
                <a:latin typeface="Microsoft YaHei Light"/>
              </a:rPr>
              <a:t>Visualização</a:t>
            </a:r>
            <a:endParaRPr lang="tr-TR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034273"/>
            <a:ext cx="6659425" cy="838560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048014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Seleção e Treinamento /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Teste de Modelos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0195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 err="1">
                <a:solidFill>
                  <a:schemeClr val="bg1"/>
                </a:solidFill>
                <a:latin typeface="Microsoft YaHei"/>
              </a:rPr>
              <a:t>Resultado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795300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Apresente os resultados do seu projeto aqui.</a:t>
            </a: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98305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Resultados 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493992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-5486292" y="1322899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6517835" y="3292353"/>
            <a:ext cx="586402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pt" b="1" dirty="0">
                <a:solidFill>
                  <a:schemeClr val="bg1"/>
                </a:solidFill>
                <a:latin typeface="Microsoft YaHei"/>
              </a:rPr>
              <a:t>Implantação</a:t>
            </a:r>
            <a:endParaRPr b="1" dirty="0">
              <a:solidFill>
                <a:schemeClr val="bg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9921533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Visão geral da fase de implantação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pt" sz="1600" dirty="0">
                <a:latin typeface="Microsoft YaHei Light"/>
              </a:rPr>
              <a:t>Serialização de modelos, veiculação e integração de API</a:t>
            </a: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Implantação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82688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6382979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2128261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Conclusão</a:t>
            </a: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e</a:t>
            </a:r>
            <a:r>
              <a:rPr lang="pt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pt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Trabalho futuro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713953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65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704" y="2355271"/>
            <a:ext cx="2919045" cy="2837091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Thank you!"/>
          <p:cNvSpPr txBox="1">
            <a:spLocks noGrp="1"/>
          </p:cNvSpPr>
          <p:nvPr>
            <p:ph type="ctrTitle" idx="4294967295"/>
          </p:nvPr>
        </p:nvSpPr>
        <p:spPr>
          <a:xfrm>
            <a:off x="3476848" y="3264195"/>
            <a:ext cx="5279148" cy="239616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>
              <a:lnSpc>
                <a:spcPct val="60000"/>
              </a:lnSpc>
              <a:defRPr sz="8000">
                <a:solidFill>
                  <a:srgbClr val="FFFFFF"/>
                </a:solidFill>
                <a:latin typeface="Merriweather Sans Regular ExtraBold"/>
                <a:ea typeface="Merriweather Sans Regular ExtraBold"/>
                <a:cs typeface="Merriweather Sans Regular ExtraBold"/>
                <a:sym typeface="Merriweather Sans Regular ExtraBold"/>
              </a:defRPr>
            </a:lvl1pPr>
          </a:lstStyle>
          <a:p>
            <a:pPr>
              <a:lnSpc>
                <a:spcPct val="100000"/>
              </a:lnSpc>
            </a:pPr>
            <a:r>
              <a:rPr sz="7200" b="1" dirty="0" err="1">
                <a:latin typeface="Microsoft YaHei"/>
              </a:rPr>
              <a:t>Obrigado</a:t>
            </a:r>
            <a:r>
              <a:rPr sz="7200" b="1" dirty="0">
                <a:latin typeface="Microsoft YaHei"/>
              </a:rPr>
              <a:t>!</a:t>
            </a:r>
            <a:endParaRPr lang="en-US" sz="7200" b="1" dirty="0">
              <a:latin typeface="Microsoft YaHei"/>
            </a:endParaRPr>
          </a:p>
        </p:txBody>
      </p:sp>
      <p:pic>
        <p:nvPicPr>
          <p:cNvPr id="66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3668" y="647699"/>
            <a:ext cx="5015131" cy="7024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7" ma:contentTypeDescription="Create a new document." ma:contentTypeScope="" ma:versionID="c98d0228abce7754384ebe83b64f5abe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6e2117bc6268b3a71bdab3243b1b5906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Tim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Time" ma:index="23" nillable="true" ma:displayName="Time" ma:format="DateOnly" ma:indexed="true" ma:internalName="Time">
      <xsd:simpleType>
        <xsd:restriction base="dms:DateTim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  <Time xmlns="6259e846-8b77-4076-b7b3-191dee42704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9C168A-BF07-44C9-8193-C4E90CE7716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6259e846-8b77-4076-b7b3-191dee427045"/>
    <ds:schemaRef ds:uri="97847797-b717-4ffb-b5fd-2a237f853cd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2449C5-8A7C-4DDF-8BBD-9834F5F8D2B3}">
  <ds:schemaRefs>
    <ds:schemaRef ds:uri="http://schemas.microsoft.com/office/2006/metadata/properties"/>
    <ds:schemaRef ds:uri="http://www.w3.org/2000/xmlns/"/>
    <ds:schemaRef ds:uri="97847797-b717-4ffb-b5fd-2a237f853cda"/>
    <ds:schemaRef ds:uri="http://www.w3.org/2001/XMLSchema-instance"/>
    <ds:schemaRef ds:uri="6259e846-8b77-4076-b7b3-191dee427045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654</Words>
  <Application>Microsoft Office PowerPoint</Application>
  <PresentationFormat>Widescreen</PresentationFormat>
  <Paragraphs>93</Paragraphs>
  <Slides>16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7" baseType="lpstr">
      <vt:lpstr>Microsoft YaHei</vt:lpstr>
      <vt:lpstr>Microsoft YaHei Light</vt:lpstr>
      <vt:lpstr>Arial</vt:lpstr>
      <vt:lpstr>Calibri</vt:lpstr>
      <vt:lpstr>Calibri Light</vt:lpstr>
      <vt:lpstr>Helvetica Neue Thin</vt:lpstr>
      <vt:lpstr>Merriweather Sans Light</vt:lpstr>
      <vt:lpstr>Merriweather Sans Regular</vt:lpstr>
      <vt:lpstr>Merriweather Sans Regular ExtraBold</vt:lpstr>
      <vt:lpstr>Myriad Pro Semibold</vt:lpstr>
      <vt:lpstr>frontiertech</vt:lpstr>
      <vt:lpstr>Apresentação do PowerPoint</vt:lpstr>
      <vt:lpstr>Apresentação do PowerPoint</vt:lpstr>
      <vt:lpstr>geral</vt:lpstr>
      <vt:lpstr>Background</vt:lpstr>
      <vt:lpstr>Objectivos</vt:lpstr>
      <vt:lpstr>Relação com ODS</vt:lpstr>
      <vt:lpstr>Apresentação do PowerPoint</vt:lpstr>
      <vt:lpstr>Dados</vt:lpstr>
      <vt:lpstr>Apresentação do PowerPoint</vt:lpstr>
      <vt:lpstr>Seleção e Treinamento / Teste de Modelos</vt:lpstr>
      <vt:lpstr>Apresentação do PowerPoint</vt:lpstr>
      <vt:lpstr>Resultados </vt:lpstr>
      <vt:lpstr>Apresentação do PowerPoint</vt:lpstr>
      <vt:lpstr>Implantação</vt:lpstr>
      <vt:lpstr>Conclusão e Trabalho futuro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Pequeno Infinito-Leo</cp:lastModifiedBy>
  <cp:revision>35</cp:revision>
  <dcterms:modified xsi:type="dcterms:W3CDTF">2025-11-05T19:48:59Z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